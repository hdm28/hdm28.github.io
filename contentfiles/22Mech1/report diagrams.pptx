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336" autoAdjust="0"/>
    <p:restoredTop sz="94660"/>
  </p:normalViewPr>
  <p:slideViewPr>
    <p:cSldViewPr snapToGrid="0">
      <p:cViewPr>
        <p:scale>
          <a:sx n="150" d="100"/>
          <a:sy n="150" d="100"/>
        </p:scale>
        <p:origin x="-336" y="-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CE01C-E1F5-7734-642B-2196E0CDF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48B38C-7712-8CA1-0E64-94378C02FD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3230F5-6899-3DD1-4E34-4B12DB329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375CB-BC6F-4907-8071-F240974DE3DA}" type="datetimeFigureOut">
              <a:rPr lang="en-GB" smtClean="0"/>
              <a:t>08/01/2023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D6D6A-9D75-A053-6743-07CD042BB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02B1CD-FD08-4F72-1149-43AF367DF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7FCA3-9D65-441E-B4AC-58C60DB781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6852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055EB-B330-5F4A-9825-E13EDC41E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C912B-6253-5B35-94DA-6CA9CCC98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B7790-2163-0F73-5ED3-2CFFABF78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375CB-BC6F-4907-8071-F240974DE3DA}" type="datetimeFigureOut">
              <a:rPr lang="en-GB" smtClean="0"/>
              <a:t>08/01/2023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7E74D2-5038-1568-28ED-F3935EE8F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7C2CB-0EBA-9D70-30C2-31FF63B43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7FCA3-9D65-441E-B4AC-58C60DB781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2492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93599-9A18-0C2C-6A40-0E6B3743B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576DCE-97A1-FA02-A301-7016FB8EB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0D267-76BE-2E32-6B2F-2EFA2D815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375CB-BC6F-4907-8071-F240974DE3DA}" type="datetimeFigureOut">
              <a:rPr lang="en-GB" smtClean="0"/>
              <a:t>08/01/2023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E051F4-23BE-5682-F40F-D9C5CAC08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22EC8-9D1C-CA73-CA0C-5CE1B0BA6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7FCA3-9D65-441E-B4AC-58C60DB781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6653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1DAA7-01A1-9068-170A-179AC87DA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720D2-6B7A-150B-6731-37F966C5FA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38D5C9-22F7-5DC4-703A-24D0242D2A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6D4D35-8126-9E1E-E768-C6B3FE377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375CB-BC6F-4907-8071-F240974DE3DA}" type="datetimeFigureOut">
              <a:rPr lang="en-GB" smtClean="0"/>
              <a:t>08/01/2023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9DABF7-3AAE-2E06-74F6-899D35204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E3A4C5-8575-CC17-3962-A559B2A21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7FCA3-9D65-441E-B4AC-58C60DB781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6784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CF505-07A5-23EA-25D6-3C5872166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7B2A9-2D8B-BFD2-5AB6-8CFC8F8CA7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78FC87-A4A6-8B17-31B1-B64E99C684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8A2CCE-B2D9-790A-5EF8-A1718E251F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037A39-A174-6A8F-4D6F-38F937331F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308984-9940-0E6E-2EE4-3CD270551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375CB-BC6F-4907-8071-F240974DE3DA}" type="datetimeFigureOut">
              <a:rPr lang="en-GB" smtClean="0"/>
              <a:t>08/01/2023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2C4EBF-E346-7F4D-ECD1-7203E16B2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9A0F4C-66B4-5C7E-B525-BC490C339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7FCA3-9D65-441E-B4AC-58C60DB781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3934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2D66C-3097-4DE8-FE6C-F962D3D66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5E0378-7C0D-C2C0-FAC7-42F442A0E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375CB-BC6F-4907-8071-F240974DE3DA}" type="datetimeFigureOut">
              <a:rPr lang="en-GB" smtClean="0"/>
              <a:t>08/01/2023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C64556-89D2-3648-8A96-E39FB289A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493D5F-311B-1209-860E-08379A28C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7FCA3-9D65-441E-B4AC-58C60DB781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0415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B6C473-DE32-551C-7AB4-C7C9E1594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375CB-BC6F-4907-8071-F240974DE3DA}" type="datetimeFigureOut">
              <a:rPr lang="en-GB" smtClean="0"/>
              <a:t>08/01/2023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DE2392-AF07-2C35-1360-2D32FFE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0A878D-8DEC-97CB-E79B-FC255C426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7FCA3-9D65-441E-B4AC-58C60DB781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2787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9CA47-BAFE-F1B7-022D-0F122BD61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B1703-983F-EEB3-6436-0DF3CDEE4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B55D6-67D2-34FE-3F70-BA8F674488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B848C2-9B5A-9661-C891-839438A37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375CB-BC6F-4907-8071-F240974DE3DA}" type="datetimeFigureOut">
              <a:rPr lang="en-GB" smtClean="0"/>
              <a:t>08/01/2023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A9C798-A9E6-AB62-AA67-4E7C988ED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22D610-90C9-63F8-4BAF-C31736738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7FCA3-9D65-441E-B4AC-58C60DB781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426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75D7C-50D4-1B5F-FC82-C47278D80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CD0D6D-995F-5705-D92D-0EFA5DE224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E81B8E-6451-F7A4-995C-6A200F7296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66B4EE-6762-81F8-684E-F51B8CCC7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375CB-BC6F-4907-8071-F240974DE3DA}" type="datetimeFigureOut">
              <a:rPr lang="en-GB" smtClean="0"/>
              <a:t>08/01/2023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59F68B-A413-5380-0DA1-705962ED8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1F9703-149F-8F0A-E0B0-72AA3F507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7FCA3-9D65-441E-B4AC-58C60DB781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0914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857C4-7F00-A98D-622C-B6F6DD844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6996BC-9418-C77B-F402-C75DF6013F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09CE8-99AB-CF11-F42E-4AD6B2574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375CB-BC6F-4907-8071-F240974DE3DA}" type="datetimeFigureOut">
              <a:rPr lang="en-GB" smtClean="0"/>
              <a:t>08/01/2023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E15F71-0D9F-2634-7A8B-F87CD0148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2867B0-C984-0B70-6F2D-47D6F904B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7FCA3-9D65-441E-B4AC-58C60DB781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147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E474D6-22C9-B711-488C-D7611D0B2F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045365-D9E3-749D-40D5-D64BE0D4DB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A2838-C0A7-C1EE-1DC5-C35A53653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375CB-BC6F-4907-8071-F240974DE3DA}" type="datetimeFigureOut">
              <a:rPr lang="en-GB" smtClean="0"/>
              <a:t>08/01/2023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13964-1ED8-F052-68BF-BBDE9C7AF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936CB-F076-D1C4-0287-66EB677CF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7FCA3-9D65-441E-B4AC-58C60DB781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6318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1ADFA0-E79C-9617-F044-38A634A63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78ECEB-4928-D611-27F6-BF134ED43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E8869C-A103-0854-10E9-B1033FE042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0375CB-BC6F-4907-8071-F240974DE3DA}" type="datetimeFigureOut">
              <a:rPr lang="en-GB" smtClean="0"/>
              <a:t>08/01/2023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71105-0F7B-92F1-E272-715B332033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7E814C-6BA4-0B94-B39E-DA321CD9F4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7FCA3-9D65-441E-B4AC-58C60DB781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4155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2E29737-7311-233E-EEA2-AB5EDBEEDA9A}"/>
              </a:ext>
            </a:extLst>
          </p:cNvPr>
          <p:cNvSpPr/>
          <p:nvPr/>
        </p:nvSpPr>
        <p:spPr>
          <a:xfrm>
            <a:off x="2553419" y="1345720"/>
            <a:ext cx="1664899" cy="4155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Home gripper height to limit switch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1EBBA2-E350-32F9-CE3E-CB2609353E1D}"/>
              </a:ext>
            </a:extLst>
          </p:cNvPr>
          <p:cNvSpPr/>
          <p:nvPr/>
        </p:nvSpPr>
        <p:spPr>
          <a:xfrm>
            <a:off x="2553419" y="1938200"/>
            <a:ext cx="1664899" cy="5419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Move balloon down with positive pressure onto cup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FBE9C9-8842-8047-E8E0-0F93C680A9FA}"/>
              </a:ext>
            </a:extLst>
          </p:cNvPr>
          <p:cNvSpPr/>
          <p:nvPr/>
        </p:nvSpPr>
        <p:spPr>
          <a:xfrm>
            <a:off x="2553419" y="2691731"/>
            <a:ext cx="1664899" cy="3508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Vacuum balloon to grip cup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BA72860E-EED8-BBE6-CA68-4EE33CB7B132}"/>
              </a:ext>
            </a:extLst>
          </p:cNvPr>
          <p:cNvSpPr/>
          <p:nvPr/>
        </p:nvSpPr>
        <p:spPr>
          <a:xfrm>
            <a:off x="2648308" y="3224275"/>
            <a:ext cx="1475119" cy="547759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Vacuum &lt; 30kPa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A397F5-ADAF-80E9-C926-061A21483E6F}"/>
              </a:ext>
            </a:extLst>
          </p:cNvPr>
          <p:cNvSpPr/>
          <p:nvPr/>
        </p:nvSpPr>
        <p:spPr>
          <a:xfrm>
            <a:off x="2553418" y="3935281"/>
            <a:ext cx="1664900" cy="385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Home gripper height to limit switch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C5AC9A8-0100-380E-C2B1-6DED2B2B604B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3385869" y="1761288"/>
            <a:ext cx="0" cy="1769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E369980-9C3C-0F50-A24F-6A6261D4A25A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3385867" y="2476072"/>
            <a:ext cx="2" cy="2156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B3661EA-CAC3-D970-E960-C8F190CC547D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3385867" y="3051748"/>
            <a:ext cx="1" cy="1725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3A3FBCE-0205-445E-EA97-EA75E992E8BA}"/>
              </a:ext>
            </a:extLst>
          </p:cNvPr>
          <p:cNvCxnSpPr>
            <a:cxnSpLocks/>
          </p:cNvCxnSpPr>
          <p:nvPr/>
        </p:nvCxnSpPr>
        <p:spPr>
          <a:xfrm>
            <a:off x="3385866" y="3764911"/>
            <a:ext cx="1" cy="1725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D9C89AC-E677-D57A-7732-7E6E4F599BDF}"/>
              </a:ext>
            </a:extLst>
          </p:cNvPr>
          <p:cNvSpPr/>
          <p:nvPr/>
        </p:nvSpPr>
        <p:spPr>
          <a:xfrm>
            <a:off x="4119113" y="2841591"/>
            <a:ext cx="836762" cy="655989"/>
          </a:xfrm>
          <a:custGeom>
            <a:avLst/>
            <a:gdLst>
              <a:gd name="connsiteX0" fmla="*/ 0 w 836762"/>
              <a:gd name="connsiteY0" fmla="*/ 948906 h 948906"/>
              <a:gd name="connsiteX1" fmla="*/ 836762 w 836762"/>
              <a:gd name="connsiteY1" fmla="*/ 948906 h 948906"/>
              <a:gd name="connsiteX2" fmla="*/ 836762 w 836762"/>
              <a:gd name="connsiteY2" fmla="*/ 0 h 948906"/>
              <a:gd name="connsiteX3" fmla="*/ 103517 w 836762"/>
              <a:gd name="connsiteY3" fmla="*/ 0 h 948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6762" h="948906">
                <a:moveTo>
                  <a:pt x="0" y="948906"/>
                </a:moveTo>
                <a:lnTo>
                  <a:pt x="836762" y="948906"/>
                </a:lnTo>
                <a:lnTo>
                  <a:pt x="836762" y="0"/>
                </a:lnTo>
                <a:lnTo>
                  <a:pt x="103517" y="0"/>
                </a:ln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1CF9A38-6D1C-760F-7479-F65723C02C57}"/>
              </a:ext>
            </a:extLst>
          </p:cNvPr>
          <p:cNvSpPr/>
          <p:nvPr/>
        </p:nvSpPr>
        <p:spPr>
          <a:xfrm>
            <a:off x="2838091" y="3661975"/>
            <a:ext cx="715994" cy="3190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Yes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5E0403-F76C-A2D9-516C-325CAC820A7D}"/>
              </a:ext>
            </a:extLst>
          </p:cNvPr>
          <p:cNvSpPr/>
          <p:nvPr/>
        </p:nvSpPr>
        <p:spPr>
          <a:xfrm>
            <a:off x="3860321" y="3251711"/>
            <a:ext cx="715994" cy="3190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No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9FDEC5C-A2D0-EBF1-504C-FE81B5AAACAC}"/>
              </a:ext>
            </a:extLst>
          </p:cNvPr>
          <p:cNvSpPr/>
          <p:nvPr/>
        </p:nvSpPr>
        <p:spPr>
          <a:xfrm>
            <a:off x="2812208" y="908020"/>
            <a:ext cx="1147318" cy="27076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Start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B7BA61E-C68E-F8E4-A90C-391782F35ED2}"/>
              </a:ext>
            </a:extLst>
          </p:cNvPr>
          <p:cNvCxnSpPr/>
          <p:nvPr/>
        </p:nvCxnSpPr>
        <p:spPr>
          <a:xfrm>
            <a:off x="3390180" y="1173192"/>
            <a:ext cx="0" cy="1725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B676E147-56F4-DCF0-F9BC-0A9A2B5315A9}"/>
              </a:ext>
            </a:extLst>
          </p:cNvPr>
          <p:cNvSpPr/>
          <p:nvPr/>
        </p:nvSpPr>
        <p:spPr>
          <a:xfrm>
            <a:off x="2812208" y="4493068"/>
            <a:ext cx="1147318" cy="33711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Stop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029B65A-1A7F-1372-5D7E-CC53576BF747}"/>
              </a:ext>
            </a:extLst>
          </p:cNvPr>
          <p:cNvCxnSpPr>
            <a:cxnSpLocks/>
            <a:endCxn id="40" idx="0"/>
          </p:cNvCxnSpPr>
          <p:nvPr/>
        </p:nvCxnSpPr>
        <p:spPr>
          <a:xfrm>
            <a:off x="3385865" y="4320541"/>
            <a:ext cx="2" cy="1725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1298CDA8-924F-2A10-C51A-980DF4226B5C}"/>
              </a:ext>
            </a:extLst>
          </p:cNvPr>
          <p:cNvSpPr/>
          <p:nvPr/>
        </p:nvSpPr>
        <p:spPr>
          <a:xfrm>
            <a:off x="7136918" y="1112803"/>
            <a:ext cx="1664899" cy="2846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Move gripper down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ACB7ABF-B9BB-D732-2ECC-87FB0A37102D}"/>
              </a:ext>
            </a:extLst>
          </p:cNvPr>
          <p:cNvSpPr/>
          <p:nvPr/>
        </p:nvSpPr>
        <p:spPr>
          <a:xfrm>
            <a:off x="7136917" y="1553505"/>
            <a:ext cx="1664899" cy="2846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Turn off vacuum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04D8203-93B5-46B9-2E0B-F9B9908A8587}"/>
              </a:ext>
            </a:extLst>
          </p:cNvPr>
          <p:cNvSpPr/>
          <p:nvPr/>
        </p:nvSpPr>
        <p:spPr>
          <a:xfrm>
            <a:off x="7136916" y="1994209"/>
            <a:ext cx="1664899" cy="4441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Short burst of positive pressure drops cup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F084FD5-F2AD-8531-8DE3-D1AE46D2FEFB}"/>
              </a:ext>
            </a:extLst>
          </p:cNvPr>
          <p:cNvSpPr/>
          <p:nvPr/>
        </p:nvSpPr>
        <p:spPr>
          <a:xfrm>
            <a:off x="7136915" y="2590923"/>
            <a:ext cx="1664900" cy="511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Home gripper height to limit switch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B665464-F8B4-4AE0-44AA-417A7999D1F9}"/>
              </a:ext>
            </a:extLst>
          </p:cNvPr>
          <p:cNvCxnSpPr>
            <a:cxnSpLocks/>
            <a:stCxn id="42" idx="2"/>
            <a:endCxn id="43" idx="0"/>
          </p:cNvCxnSpPr>
          <p:nvPr/>
        </p:nvCxnSpPr>
        <p:spPr>
          <a:xfrm flipH="1">
            <a:off x="7969367" y="1397496"/>
            <a:ext cx="1" cy="1560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FFC0B01-D66F-A917-2700-54DA3DD275C7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 flipH="1">
            <a:off x="7969366" y="1838199"/>
            <a:ext cx="1" cy="1560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206D41CC-9C20-2FDF-EA49-61DC3AB5E177}"/>
              </a:ext>
            </a:extLst>
          </p:cNvPr>
          <p:cNvSpPr/>
          <p:nvPr/>
        </p:nvSpPr>
        <p:spPr>
          <a:xfrm>
            <a:off x="7395711" y="601562"/>
            <a:ext cx="1147318" cy="35067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Start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92FCA8A-1167-B325-51C0-69D977DE6694}"/>
              </a:ext>
            </a:extLst>
          </p:cNvPr>
          <p:cNvCxnSpPr>
            <a:cxnSpLocks/>
            <a:stCxn id="54" idx="2"/>
            <a:endCxn id="42" idx="0"/>
          </p:cNvCxnSpPr>
          <p:nvPr/>
        </p:nvCxnSpPr>
        <p:spPr>
          <a:xfrm flipH="1">
            <a:off x="7969368" y="952234"/>
            <a:ext cx="2" cy="1605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F03CD183-C214-88B9-78A2-0943AB69A436}"/>
              </a:ext>
            </a:extLst>
          </p:cNvPr>
          <p:cNvSpPr/>
          <p:nvPr/>
        </p:nvSpPr>
        <p:spPr>
          <a:xfrm>
            <a:off x="7395711" y="3270273"/>
            <a:ext cx="1147318" cy="31904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Stop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441DB57-F027-F6E0-CF52-5A997855F6FC}"/>
              </a:ext>
            </a:extLst>
          </p:cNvPr>
          <p:cNvCxnSpPr>
            <a:cxnSpLocks/>
            <a:stCxn id="46" idx="2"/>
            <a:endCxn id="56" idx="0"/>
          </p:cNvCxnSpPr>
          <p:nvPr/>
        </p:nvCxnSpPr>
        <p:spPr>
          <a:xfrm>
            <a:off x="7969365" y="3102165"/>
            <a:ext cx="5" cy="1681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7A763AF-A115-0C37-7C87-8AC9EE685B3B}"/>
              </a:ext>
            </a:extLst>
          </p:cNvPr>
          <p:cNvCxnSpPr>
            <a:cxnSpLocks/>
            <a:stCxn id="44" idx="2"/>
            <a:endCxn id="46" idx="0"/>
          </p:cNvCxnSpPr>
          <p:nvPr/>
        </p:nvCxnSpPr>
        <p:spPr>
          <a:xfrm flipH="1">
            <a:off x="7969365" y="2438401"/>
            <a:ext cx="1" cy="1525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4335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62" descr="Diagram&#10;&#10;Description automatically generated">
            <a:extLst>
              <a:ext uri="{FF2B5EF4-FFF2-40B4-BE49-F238E27FC236}">
                <a16:creationId xmlns:a16="http://schemas.microsoft.com/office/drawing/2014/main" id="{6E8FDB69-98B6-6B60-B35C-42BE1BD7A17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96" t="1014" r="17198" b="532"/>
          <a:stretch/>
        </p:blipFill>
        <p:spPr>
          <a:xfrm>
            <a:off x="7448939" y="1235842"/>
            <a:ext cx="1676912" cy="3319740"/>
          </a:xfrm>
          <a:prstGeom prst="rect">
            <a:avLst/>
          </a:prstGeom>
        </p:spPr>
      </p:pic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B676E147-56F4-DCF0-F9BC-0A9A2B5315A9}"/>
              </a:ext>
            </a:extLst>
          </p:cNvPr>
          <p:cNvSpPr/>
          <p:nvPr/>
        </p:nvSpPr>
        <p:spPr>
          <a:xfrm>
            <a:off x="5149723" y="2366193"/>
            <a:ext cx="1775808" cy="521788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Gripper Development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FD0C80-67CA-8170-A32D-D4A5E69C02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8121" y="1745465"/>
            <a:ext cx="1266626" cy="176324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4A6D80D-6D9E-CDE4-5E2D-246BE4CD701B}"/>
              </a:ext>
            </a:extLst>
          </p:cNvPr>
          <p:cNvCxnSpPr>
            <a:cxnSpLocks/>
          </p:cNvCxnSpPr>
          <p:nvPr/>
        </p:nvCxnSpPr>
        <p:spPr>
          <a:xfrm flipH="1">
            <a:off x="4960620" y="2887981"/>
            <a:ext cx="541020" cy="8381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B2695D6-6BA2-1057-85E4-289C9447F7F2}"/>
              </a:ext>
            </a:extLst>
          </p:cNvPr>
          <p:cNvSpPr/>
          <p:nvPr/>
        </p:nvSpPr>
        <p:spPr>
          <a:xfrm>
            <a:off x="3725832" y="3726180"/>
            <a:ext cx="1775808" cy="52178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Electronics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277B434-90FC-1F7B-CD6A-B73FA9DA2B29}"/>
              </a:ext>
            </a:extLst>
          </p:cNvPr>
          <p:cNvCxnSpPr>
            <a:cxnSpLocks/>
            <a:endCxn id="24" idx="0"/>
          </p:cNvCxnSpPr>
          <p:nvPr/>
        </p:nvCxnSpPr>
        <p:spPr>
          <a:xfrm>
            <a:off x="6589053" y="2887981"/>
            <a:ext cx="931748" cy="17420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A155FA5-95D6-EF3D-E207-93E13395F7C0}"/>
              </a:ext>
            </a:extLst>
          </p:cNvPr>
          <p:cNvSpPr/>
          <p:nvPr/>
        </p:nvSpPr>
        <p:spPr>
          <a:xfrm>
            <a:off x="6632897" y="4630000"/>
            <a:ext cx="1775808" cy="52178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Mechanics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E204B75-BD50-421E-C8AC-F110C9761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4140" y="-2598912"/>
            <a:ext cx="1421296" cy="197855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D9F0913-6188-0775-E6DE-60AF27DE0772}"/>
              </a:ext>
            </a:extLst>
          </p:cNvPr>
          <p:cNvSpPr/>
          <p:nvPr/>
        </p:nvSpPr>
        <p:spPr>
          <a:xfrm>
            <a:off x="5088288" y="797632"/>
            <a:ext cx="1775808" cy="52178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Software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16CC06C-54B3-8B1A-10E5-B0A8F481557D}"/>
              </a:ext>
            </a:extLst>
          </p:cNvPr>
          <p:cNvCxnSpPr>
            <a:cxnSpLocks/>
            <a:stCxn id="40" idx="0"/>
            <a:endCxn id="26" idx="2"/>
          </p:cNvCxnSpPr>
          <p:nvPr/>
        </p:nvCxnSpPr>
        <p:spPr>
          <a:xfrm flipH="1" flipV="1">
            <a:off x="5976192" y="1319420"/>
            <a:ext cx="61435" cy="10467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B06A3CE1-3B59-41D4-E2B7-1A92834090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91586" y="3480239"/>
            <a:ext cx="849506" cy="1013670"/>
          </a:xfrm>
          <a:prstGeom prst="rect">
            <a:avLst/>
          </a:prstGeom>
        </p:spPr>
      </p:pic>
      <p:pic>
        <p:nvPicPr>
          <p:cNvPr id="32" name="Picture 31" descr="A close-up of a microscope&#10;&#10;Description automatically generated with low confidence">
            <a:extLst>
              <a:ext uri="{FF2B5EF4-FFF2-40B4-BE49-F238E27FC236}">
                <a16:creationId xmlns:a16="http://schemas.microsoft.com/office/drawing/2014/main" id="{2E322EBB-4174-04E1-47DB-6DCF997961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1640" y="5575764"/>
            <a:ext cx="670152" cy="827469"/>
          </a:xfrm>
          <a:prstGeom prst="rect">
            <a:avLst/>
          </a:prstGeom>
        </p:spPr>
      </p:pic>
      <p:pic>
        <p:nvPicPr>
          <p:cNvPr id="60" name="Picture 59" descr="Schrittmotor ansteuern mit Arduino + TB6600">
            <a:extLst>
              <a:ext uri="{FF2B5EF4-FFF2-40B4-BE49-F238E27FC236}">
                <a16:creationId xmlns:a16="http://schemas.microsoft.com/office/drawing/2014/main" id="{8437CC1F-E49B-A0D0-0930-B0E42F0248AB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06" b="6977"/>
          <a:stretch/>
        </p:blipFill>
        <p:spPr bwMode="auto">
          <a:xfrm>
            <a:off x="4500092" y="4382539"/>
            <a:ext cx="1684021" cy="145319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EBBC53D8-2A11-AD57-D565-0675A980BD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8885" y="497091"/>
            <a:ext cx="2411978" cy="1095764"/>
          </a:xfrm>
          <a:prstGeom prst="rect">
            <a:avLst/>
          </a:prstGeom>
        </p:spPr>
      </p:pic>
      <p:sp>
        <p:nvSpPr>
          <p:cNvPr id="65" name="TextBox 11">
            <a:extLst>
              <a:ext uri="{FF2B5EF4-FFF2-40B4-BE49-F238E27FC236}">
                <a16:creationId xmlns:a16="http://schemas.microsoft.com/office/drawing/2014/main" id="{ABAE13D8-EF54-5F86-1BDA-32398391EAF1}"/>
              </a:ext>
            </a:extLst>
          </p:cNvPr>
          <p:cNvSpPr txBox="1"/>
          <p:nvPr/>
        </p:nvSpPr>
        <p:spPr>
          <a:xfrm>
            <a:off x="4091214" y="196224"/>
            <a:ext cx="1585686" cy="3384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500" b="1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gripperpickup.m</a:t>
            </a:r>
            <a:endParaRPr lang="en-GB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6" name="TextBox 11">
            <a:extLst>
              <a:ext uri="{FF2B5EF4-FFF2-40B4-BE49-F238E27FC236}">
                <a16:creationId xmlns:a16="http://schemas.microsoft.com/office/drawing/2014/main" id="{185AD5D0-7E96-7E22-40F6-BE85494670AB}"/>
              </a:ext>
            </a:extLst>
          </p:cNvPr>
          <p:cNvSpPr txBox="1"/>
          <p:nvPr/>
        </p:nvSpPr>
        <p:spPr>
          <a:xfrm>
            <a:off x="6096000" y="197743"/>
            <a:ext cx="1536192" cy="3384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500" b="1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gripperdrop.m</a:t>
            </a:r>
            <a:endParaRPr lang="en-GB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7" name="TextBox 11">
            <a:extLst>
              <a:ext uri="{FF2B5EF4-FFF2-40B4-BE49-F238E27FC236}">
                <a16:creationId xmlns:a16="http://schemas.microsoft.com/office/drawing/2014/main" id="{B26D1966-5ED8-5139-87E8-66ECCEC83ABC}"/>
              </a:ext>
            </a:extLst>
          </p:cNvPr>
          <p:cNvSpPr txBox="1"/>
          <p:nvPr/>
        </p:nvSpPr>
        <p:spPr>
          <a:xfrm>
            <a:off x="3016339" y="4984226"/>
            <a:ext cx="1412830" cy="5890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5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Stepper motor control</a:t>
            </a:r>
            <a:endParaRPr lang="en-GB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8" name="TextBox 11">
            <a:extLst>
              <a:ext uri="{FF2B5EF4-FFF2-40B4-BE49-F238E27FC236}">
                <a16:creationId xmlns:a16="http://schemas.microsoft.com/office/drawing/2014/main" id="{99F36EF4-09AB-DF7D-9066-B05992A4C7E9}"/>
              </a:ext>
            </a:extLst>
          </p:cNvPr>
          <p:cNvSpPr txBox="1"/>
          <p:nvPr/>
        </p:nvSpPr>
        <p:spPr>
          <a:xfrm>
            <a:off x="8206727" y="5467706"/>
            <a:ext cx="1116078" cy="3089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5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Lead screw</a:t>
            </a:r>
            <a:endParaRPr lang="en-GB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9" name="TextBox 11">
            <a:extLst>
              <a:ext uri="{FF2B5EF4-FFF2-40B4-BE49-F238E27FC236}">
                <a16:creationId xmlns:a16="http://schemas.microsoft.com/office/drawing/2014/main" id="{8A2205C2-8E29-B599-A82E-5E86E6C66697}"/>
              </a:ext>
            </a:extLst>
          </p:cNvPr>
          <p:cNvSpPr txBox="1"/>
          <p:nvPr/>
        </p:nvSpPr>
        <p:spPr>
          <a:xfrm>
            <a:off x="6589053" y="5586736"/>
            <a:ext cx="1274786" cy="3089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500" b="1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Gantry frame</a:t>
            </a:r>
          </a:p>
        </p:txBody>
      </p:sp>
      <p:sp>
        <p:nvSpPr>
          <p:cNvPr id="70" name="TextBox 11">
            <a:extLst>
              <a:ext uri="{FF2B5EF4-FFF2-40B4-BE49-F238E27FC236}">
                <a16:creationId xmlns:a16="http://schemas.microsoft.com/office/drawing/2014/main" id="{C42C3D21-3B21-7BA1-3F82-BB09DC086110}"/>
              </a:ext>
            </a:extLst>
          </p:cNvPr>
          <p:cNvSpPr txBox="1"/>
          <p:nvPr/>
        </p:nvSpPr>
        <p:spPr>
          <a:xfrm>
            <a:off x="8764766" y="4834994"/>
            <a:ext cx="1456732" cy="3089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5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Balloon gripper</a:t>
            </a:r>
            <a:endParaRPr lang="en-GB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1" name="TextBox 11">
            <a:extLst>
              <a:ext uri="{FF2B5EF4-FFF2-40B4-BE49-F238E27FC236}">
                <a16:creationId xmlns:a16="http://schemas.microsoft.com/office/drawing/2014/main" id="{905E41CA-4985-D9AE-D011-231C5A78809B}"/>
              </a:ext>
            </a:extLst>
          </p:cNvPr>
          <p:cNvSpPr txBox="1"/>
          <p:nvPr/>
        </p:nvSpPr>
        <p:spPr>
          <a:xfrm>
            <a:off x="2631992" y="4515324"/>
            <a:ext cx="1258862" cy="3113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500" b="1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L293D circuit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8308FFA0-2F8C-E910-6CE0-E522E5F7AD89}"/>
              </a:ext>
            </a:extLst>
          </p:cNvPr>
          <p:cNvCxnSpPr>
            <a:cxnSpLocks/>
            <a:stCxn id="24" idx="2"/>
            <a:endCxn id="69" idx="0"/>
          </p:cNvCxnSpPr>
          <p:nvPr/>
        </p:nvCxnSpPr>
        <p:spPr>
          <a:xfrm flipH="1">
            <a:off x="7226446" y="5151788"/>
            <a:ext cx="294355" cy="4349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3F7D4374-D364-FF47-AB7C-86F436A566FB}"/>
              </a:ext>
            </a:extLst>
          </p:cNvPr>
          <p:cNvCxnSpPr>
            <a:cxnSpLocks/>
            <a:endCxn id="68" idx="0"/>
          </p:cNvCxnSpPr>
          <p:nvPr/>
        </p:nvCxnSpPr>
        <p:spPr>
          <a:xfrm>
            <a:off x="8096250" y="5151788"/>
            <a:ext cx="668516" cy="3159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75FAA5F4-0DA0-BDDB-FDEA-525320BE3CE7}"/>
              </a:ext>
            </a:extLst>
          </p:cNvPr>
          <p:cNvCxnSpPr>
            <a:cxnSpLocks/>
            <a:stCxn id="24" idx="3"/>
            <a:endCxn id="70" idx="1"/>
          </p:cNvCxnSpPr>
          <p:nvPr/>
        </p:nvCxnSpPr>
        <p:spPr>
          <a:xfrm>
            <a:off x="8408705" y="4890894"/>
            <a:ext cx="356061" cy="985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2EFDF858-6CB5-C0C1-6F70-AC19A88F42D9}"/>
              </a:ext>
            </a:extLst>
          </p:cNvPr>
          <p:cNvCxnSpPr>
            <a:cxnSpLocks/>
          </p:cNvCxnSpPr>
          <p:nvPr/>
        </p:nvCxnSpPr>
        <p:spPr>
          <a:xfrm flipH="1" flipV="1">
            <a:off x="5149723" y="534679"/>
            <a:ext cx="351917" cy="2629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93D86F03-6B25-8E0A-636E-390D8A78158A}"/>
              </a:ext>
            </a:extLst>
          </p:cNvPr>
          <p:cNvCxnSpPr>
            <a:cxnSpLocks/>
            <a:endCxn id="66" idx="2"/>
          </p:cNvCxnSpPr>
          <p:nvPr/>
        </p:nvCxnSpPr>
        <p:spPr>
          <a:xfrm flipV="1">
            <a:off x="6488204" y="536198"/>
            <a:ext cx="375892" cy="2614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ED221F1F-2397-03B3-165D-58641FA0195F}"/>
              </a:ext>
            </a:extLst>
          </p:cNvPr>
          <p:cNvCxnSpPr>
            <a:cxnSpLocks/>
            <a:endCxn id="71" idx="3"/>
          </p:cNvCxnSpPr>
          <p:nvPr/>
        </p:nvCxnSpPr>
        <p:spPr>
          <a:xfrm flipH="1">
            <a:off x="3890854" y="4258629"/>
            <a:ext cx="296774" cy="4123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FA88AAF6-3267-C21F-AECA-447C78FF99F6}"/>
              </a:ext>
            </a:extLst>
          </p:cNvPr>
          <p:cNvCxnSpPr>
            <a:cxnSpLocks/>
            <a:stCxn id="15" idx="2"/>
          </p:cNvCxnSpPr>
          <p:nvPr/>
        </p:nvCxnSpPr>
        <p:spPr>
          <a:xfrm flipH="1">
            <a:off x="4414262" y="4247968"/>
            <a:ext cx="199474" cy="7362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0270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554</TotalTime>
  <Words>75</Words>
  <Application>Microsoft Office PowerPoint</Application>
  <PresentationFormat>Widescreen</PresentationFormat>
  <Paragraphs>26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Harry Mills</dc:creator>
  <cp:lastModifiedBy>Harry Mills</cp:lastModifiedBy>
  <cp:revision>1</cp:revision>
  <dcterms:created xsi:type="dcterms:W3CDTF">2023-01-08T15:41:28Z</dcterms:created>
  <dcterms:modified xsi:type="dcterms:W3CDTF">2023-01-09T00:55:43Z</dcterms:modified>
</cp:coreProperties>
</file>