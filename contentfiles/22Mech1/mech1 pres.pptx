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150" d="100"/>
          <a:sy n="150" d="100"/>
        </p:scale>
        <p:origin x="62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14681-CE15-FB93-1E0E-D34B9F1F9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FB7109-B66C-8BFF-DF0B-79D6A4A410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34FCE-924B-0D2F-9DB6-2FB758BC8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AF073-F1C0-4978-8FB2-58ED1D5B2035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4158A-8D02-FF0F-68CB-91F1FFC70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30D97-E0BA-C462-75E2-545E13734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33E0-591D-4B60-95BB-A89C8FA605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3702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8F9B0-2B68-1665-1EAE-DCAAC430E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08FE5-E542-70B9-AA6B-38910A9F2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2BB8B-2D41-04EC-2B45-428F89E77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AF073-F1C0-4978-8FB2-58ED1D5B2035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E1A5C-D19B-9AC1-9227-F4AC02382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CDBC8-0A27-F459-8591-CBD2C0E9A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33E0-591D-4B60-95BB-A89C8FA605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414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CA5C4-3593-39EF-7A58-EA565A15F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54AE7-2AC5-2872-21B2-4D9146FD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3C53-D74A-0E3A-34A1-C3D1579E9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AF073-F1C0-4978-8FB2-58ED1D5B2035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D9628-C2F4-FDCD-2F31-BF8774E6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DBFFD-C3C2-985E-EE84-D9BACA81C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33E0-591D-4B60-95BB-A89C8FA605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227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1A502-CED4-2C54-D414-DE55DA7B3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61DC9-638F-9D73-FE53-F7DBF89466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948D7-A94E-BD7A-CC0B-C8C6113D2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7E1FD-E0EA-CABE-3E73-D685553A4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AF073-F1C0-4978-8FB2-58ED1D5B2035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A3409-A2B5-6D88-1625-17663D9FA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0929F-D6A0-CB1F-21DC-ADC073441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33E0-591D-4B60-95BB-A89C8FA605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0928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FD89E-8301-29ED-2EF2-26208566E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3D3B6-34F9-993F-5423-A29DBB104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1F30EE-D00C-FA3E-1040-E5E09E5EF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9A50E7-EE23-5E77-83D7-76DA2716E0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8E88CD-CA47-1E81-9F18-1E3F21865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89504A-D5E8-2302-6FF1-77A952A12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AF073-F1C0-4978-8FB2-58ED1D5B2035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2A68FC-00BC-112E-974F-07CEE4EFE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4555C4-18BE-971D-3D45-78E1D9CA1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33E0-591D-4B60-95BB-A89C8FA605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302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68E10-E0EE-5235-2AA6-F1766E32E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413AE4-82B1-94F8-A128-30BB7213D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AF073-F1C0-4978-8FB2-58ED1D5B2035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9977A7-9D2C-0A46-E76C-DB1C8FCEF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12930C-7171-3559-8303-6EF1BCF57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33E0-591D-4B60-95BB-A89C8FA605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453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3776D4-649C-F485-87E3-9F9A8E1E5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AF073-F1C0-4978-8FB2-58ED1D5B2035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6CE971-892A-F188-4F00-52257871D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14E24-5525-9855-2B6B-C99EF26C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33E0-591D-4B60-95BB-A89C8FA605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770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4B5E0-4B20-A080-40C8-9CEF17C66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9460D-868E-FA25-2D05-124F01076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CC1093-28AC-5DA2-B054-AA5D156F8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07919-26BA-0ED8-0767-6E1467AD3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AF073-F1C0-4978-8FB2-58ED1D5B2035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009A85-55C9-5359-0B02-5EBAEF37B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C0E33-4A9B-D169-5193-8BCBCE7D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33E0-591D-4B60-95BB-A89C8FA605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7430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E8CE7-31B3-25CF-E1FE-342A2B7FB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6342FA-5450-7C08-9573-F035E020EC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DDD787-6134-EF64-C55A-EA3BBBE62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C153F-6A64-2ADA-44F6-118B6B15E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AF073-F1C0-4978-8FB2-58ED1D5B2035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AEA2A-337C-0233-9CB5-765FD9709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C9674-4B66-AE9B-4EDB-DCB37F8A5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33E0-591D-4B60-95BB-A89C8FA605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067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B5492-A103-AD74-6153-DE9B60718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10A1F2-A4BC-688F-D93B-CF8AAB41C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93399-85C8-1FB6-6EDC-F4ED9FA34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AF073-F1C0-4978-8FB2-58ED1D5B2035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E74C2-1B58-E7FA-8417-E5338ADE0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E9226-BD87-F495-0930-B0797B20D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33E0-591D-4B60-95BB-A89C8FA605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3113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C7A8AA-D4C8-84FE-B7E0-58C932B2BB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DA926-BBB9-A5A3-B2BB-98F770F56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381CD-7649-53E1-595E-88C0EA147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AF073-F1C0-4978-8FB2-58ED1D5B2035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C2B55-7900-089E-6D42-85EA88799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133B0-1736-01E9-54AC-67EB8B2D6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33E0-591D-4B60-95BB-A89C8FA605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632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B4A1C1-AE3A-B939-46C3-58BA58F82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A728B-1A12-D869-3529-3994499CA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75077-273D-684F-7DE3-D33863D4F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AF073-F1C0-4978-8FB2-58ED1D5B2035}" type="datetimeFigureOut">
              <a:rPr lang="en-GB" smtClean="0"/>
              <a:t>15/12/2022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B4963-6E28-41B6-7ADF-BABD8D024A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A3C25-36E7-8BF9-9770-B94CABF0A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933E0-591D-4B60-95BB-A89C8FA605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6837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5.png"/><Relationship Id="rId3" Type="http://schemas.openxmlformats.org/officeDocument/2006/relationships/image" Target="../media/image2.png"/><Relationship Id="rId21" Type="http://schemas.openxmlformats.org/officeDocument/2006/relationships/image" Target="../media/image18.png"/><Relationship Id="rId7" Type="http://schemas.microsoft.com/office/2007/relationships/hdphoto" Target="../media/hdphoto1.wdp"/><Relationship Id="rId12" Type="http://schemas.openxmlformats.org/officeDocument/2006/relationships/image" Target="../media/image10.png"/><Relationship Id="rId17" Type="http://schemas.openxmlformats.org/officeDocument/2006/relationships/image" Target="../media/image14.jpeg"/><Relationship Id="rId2" Type="http://schemas.openxmlformats.org/officeDocument/2006/relationships/image" Target="../media/image1.png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jpeg"/><Relationship Id="rId15" Type="http://schemas.openxmlformats.org/officeDocument/2006/relationships/image" Target="../media/image12.png"/><Relationship Id="rId10" Type="http://schemas.openxmlformats.org/officeDocument/2006/relationships/image" Target="../media/image8.jpeg"/><Relationship Id="rId19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7.jpeg"/><Relationship Id="rId1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E1F995-DDD0-FAA5-FFDC-1BB47C01E0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14" r="17198" b="532"/>
          <a:stretch/>
        </p:blipFill>
        <p:spPr>
          <a:xfrm>
            <a:off x="416626" y="454036"/>
            <a:ext cx="3767447" cy="640396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4C7ADAA-DA45-422D-9813-E54B25A24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127" y="26426"/>
            <a:ext cx="4473873" cy="30913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5B6ED8-80A2-B98B-C78B-44489F7FD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253" y="1299708"/>
            <a:ext cx="425348" cy="751859"/>
          </a:xfrm>
          <a:prstGeom prst="rect">
            <a:avLst/>
          </a:prstGeom>
        </p:spPr>
      </p:pic>
      <p:pic>
        <p:nvPicPr>
          <p:cNvPr id="1028" name="Picture 4" descr="ZFC75-B | SMC Vacuum Filter - ZFC Series, 5μm, 8 Dia. mm Port Connection |  RS">
            <a:extLst>
              <a:ext uri="{FF2B5EF4-FFF2-40B4-BE49-F238E27FC236}">
                <a16:creationId xmlns:a16="http://schemas.microsoft.com/office/drawing/2014/main" id="{7C97F231-44B1-13B6-E08B-79124E30C7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5" r="10957"/>
          <a:stretch/>
        </p:blipFill>
        <p:spPr bwMode="auto">
          <a:xfrm>
            <a:off x="9989378" y="371815"/>
            <a:ext cx="723720" cy="530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37D7EC0-52F7-4FD2-C334-389619FFDEBC}"/>
              </a:ext>
            </a:extLst>
          </p:cNvPr>
          <p:cNvSpPr txBox="1"/>
          <p:nvPr/>
        </p:nvSpPr>
        <p:spPr>
          <a:xfrm>
            <a:off x="3404799" y="2418414"/>
            <a:ext cx="10511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/>
              <a:t>Pneumatics </a:t>
            </a:r>
            <a:r>
              <a:rPr lang="en-GB" sz="1100" b="1" dirty="0">
                <a:sym typeface="Wingdings" panose="05000000000000000000" pitchFamily="2" charset="2"/>
              </a:rPr>
              <a:t></a:t>
            </a:r>
            <a:endParaRPr lang="en-GB" sz="1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0F04EB-FC5E-D647-C535-65C30DEC5C7F}"/>
              </a:ext>
            </a:extLst>
          </p:cNvPr>
          <p:cNvSpPr txBox="1"/>
          <p:nvPr/>
        </p:nvSpPr>
        <p:spPr>
          <a:xfrm>
            <a:off x="2573467" y="1111806"/>
            <a:ext cx="1783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Arduino Mega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08D042-A384-C255-92C9-B0982DD3E646}"/>
              </a:ext>
            </a:extLst>
          </p:cNvPr>
          <p:cNvSpPr txBox="1"/>
          <p:nvPr/>
        </p:nvSpPr>
        <p:spPr>
          <a:xfrm>
            <a:off x="2573467" y="526694"/>
            <a:ext cx="1783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2">
                    <a:lumMod val="25000"/>
                  </a:schemeClr>
                </a:solidFill>
              </a:rPr>
              <a:t>Stepper </a:t>
            </a:r>
          </a:p>
          <a:p>
            <a:r>
              <a:rPr lang="en-GB" sz="1400" dirty="0">
                <a:solidFill>
                  <a:schemeClr val="bg2">
                    <a:lumMod val="25000"/>
                  </a:schemeClr>
                </a:solidFill>
              </a:rPr>
              <a:t>driver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CC36BD-77C2-342A-3974-8B65C6BE6C20}"/>
              </a:ext>
            </a:extLst>
          </p:cNvPr>
          <p:cNvSpPr txBox="1"/>
          <p:nvPr/>
        </p:nvSpPr>
        <p:spPr>
          <a:xfrm>
            <a:off x="73077" y="951043"/>
            <a:ext cx="1783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chemeClr val="bg2">
                    <a:lumMod val="25000"/>
                  </a:schemeClr>
                </a:solidFill>
              </a:rPr>
              <a:t>Stepper</a:t>
            </a:r>
          </a:p>
          <a:p>
            <a:pPr algn="ctr"/>
            <a:r>
              <a:rPr lang="en-GB" sz="1400" dirty="0">
                <a:solidFill>
                  <a:schemeClr val="bg2">
                    <a:lumMod val="25000"/>
                  </a:schemeClr>
                </a:solidFill>
              </a:rPr>
              <a:t>motor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B5A776-6BB3-8066-0B7E-A8C41170B9A8}"/>
              </a:ext>
            </a:extLst>
          </p:cNvPr>
          <p:cNvSpPr txBox="1"/>
          <p:nvPr/>
        </p:nvSpPr>
        <p:spPr>
          <a:xfrm>
            <a:off x="273341" y="4554433"/>
            <a:ext cx="944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/>
              <a:t>Leadscrew</a:t>
            </a:r>
            <a:endParaRPr lang="en-GB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DE3CA3-AA27-D6AF-7E4A-5FB2AEFB57A9}"/>
              </a:ext>
            </a:extLst>
          </p:cNvPr>
          <p:cNvSpPr txBox="1"/>
          <p:nvPr/>
        </p:nvSpPr>
        <p:spPr>
          <a:xfrm>
            <a:off x="358376" y="1594309"/>
            <a:ext cx="944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bg2">
                    <a:lumMod val="25000"/>
                  </a:schemeClr>
                </a:solidFill>
              </a:rPr>
              <a:t>Coupling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82C480-A597-783F-41EA-1317B21646C1}"/>
              </a:ext>
            </a:extLst>
          </p:cNvPr>
          <p:cNvSpPr txBox="1"/>
          <p:nvPr/>
        </p:nvSpPr>
        <p:spPr>
          <a:xfrm>
            <a:off x="318004" y="3117728"/>
            <a:ext cx="944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bg2">
                    <a:lumMod val="25000"/>
                  </a:schemeClr>
                </a:solidFill>
              </a:rPr>
              <a:t>Carriage</a:t>
            </a:r>
            <a:endParaRPr lang="en-GB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0C7F1E-19EB-9999-0FF9-E48A08D48798}"/>
              </a:ext>
            </a:extLst>
          </p:cNvPr>
          <p:cNvSpPr txBox="1"/>
          <p:nvPr/>
        </p:nvSpPr>
        <p:spPr>
          <a:xfrm>
            <a:off x="309339" y="6253547"/>
            <a:ext cx="944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solidFill>
                  <a:schemeClr val="bg2">
                    <a:lumMod val="25000"/>
                  </a:schemeClr>
                </a:solidFill>
              </a:rPr>
              <a:t>Hall-effect sensors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B0930-E217-1ABE-A9DF-17F8835E68E5}"/>
              </a:ext>
            </a:extLst>
          </p:cNvPr>
          <p:cNvSpPr txBox="1"/>
          <p:nvPr/>
        </p:nvSpPr>
        <p:spPr>
          <a:xfrm>
            <a:off x="3746901" y="5928754"/>
            <a:ext cx="944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bg2">
                    <a:lumMod val="25000"/>
                  </a:schemeClr>
                </a:solidFill>
              </a:rPr>
              <a:t>Cup with bolt top</a:t>
            </a:r>
          </a:p>
        </p:txBody>
      </p:sp>
      <p:pic>
        <p:nvPicPr>
          <p:cNvPr id="1030" name="Picture 6" descr="Aliens | Characters | Toy Story">
            <a:extLst>
              <a:ext uri="{FF2B5EF4-FFF2-40B4-BE49-F238E27FC236}">
                <a16:creationId xmlns:a16="http://schemas.microsoft.com/office/drawing/2014/main" id="{D1AA08FC-8098-952B-0ED3-208935D44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3556" l="4889" r="93111">
                        <a14:foregroundMark x1="5333" y1="54667" x2="7556" y2="61111"/>
                        <a14:foregroundMark x1="82444" y1="81333" x2="91111" y2="87556"/>
                        <a14:foregroundMark x1="50222" y1="90222" x2="70222" y2="91778"/>
                        <a14:foregroundMark x1="38222" y1="86222" x2="64444" y2="74444"/>
                        <a14:foregroundMark x1="70889" y1="70000" x2="60000" y2="80222"/>
                        <a14:foregroundMark x1="33333" y1="85778" x2="66667" y2="91333"/>
                        <a14:foregroundMark x1="38889" y1="92444" x2="49333" y2="93556"/>
                        <a14:foregroundMark x1="90222" y1="87556" x2="93111" y2="862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019" y="5951507"/>
            <a:ext cx="1030277" cy="103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83B79A5-F350-57DA-6521-D8EC32B8F368}"/>
              </a:ext>
            </a:extLst>
          </p:cNvPr>
          <p:cNvSpPr txBox="1"/>
          <p:nvPr/>
        </p:nvSpPr>
        <p:spPr>
          <a:xfrm>
            <a:off x="3769883" y="4996259"/>
            <a:ext cx="944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Coffee balloon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757D27-8331-0D98-B367-2E63DBF6CF09}"/>
              </a:ext>
            </a:extLst>
          </p:cNvPr>
          <p:cNvSpPr txBox="1"/>
          <p:nvPr/>
        </p:nvSpPr>
        <p:spPr>
          <a:xfrm>
            <a:off x="2451798" y="2161575"/>
            <a:ext cx="944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bg2">
                    <a:lumMod val="25000"/>
                  </a:schemeClr>
                </a:solidFill>
              </a:rPr>
              <a:t>Gantry</a:t>
            </a:r>
            <a:endParaRPr lang="en-GB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B3E2BF2-764A-7A90-2E6F-6E8F0E0BBB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2508" y="2909874"/>
            <a:ext cx="1076142" cy="1087429"/>
          </a:xfrm>
          <a:prstGeom prst="ellipse">
            <a:avLst/>
          </a:prstGeom>
          <a:ln w="1905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32" name="Picture 8" descr="04381 SIP QT24/10 Low Noise Compressor Oil Free 59dB 24ltr | Air Compressors  | Kendal Tools and Machinery">
            <a:extLst>
              <a:ext uri="{FF2B5EF4-FFF2-40B4-BE49-F238E27FC236}">
                <a16:creationId xmlns:a16="http://schemas.microsoft.com/office/drawing/2014/main" id="{82C3D0D5-0CD7-6786-4047-238137076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6493" y="2369140"/>
            <a:ext cx="690188" cy="69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FB52318-2DA5-CB05-AAC2-60068E332F80}"/>
              </a:ext>
            </a:extLst>
          </p:cNvPr>
          <p:cNvSpPr txBox="1"/>
          <p:nvPr/>
        </p:nvSpPr>
        <p:spPr>
          <a:xfrm>
            <a:off x="2312817" y="2482199"/>
            <a:ext cx="944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bg2">
                    <a:lumMod val="25000"/>
                  </a:schemeClr>
                </a:solidFill>
              </a:rPr>
              <a:t>Limit</a:t>
            </a:r>
          </a:p>
          <a:p>
            <a:pPr algn="ctr"/>
            <a:r>
              <a:rPr lang="en-GB" sz="1100" dirty="0">
                <a:solidFill>
                  <a:schemeClr val="bg2">
                    <a:lumMod val="25000"/>
                  </a:schemeClr>
                </a:solidFill>
              </a:rPr>
              <a:t>switch</a:t>
            </a:r>
          </a:p>
        </p:txBody>
      </p:sp>
      <p:pic>
        <p:nvPicPr>
          <p:cNvPr id="1034" name="Picture 10" descr="MPX4250AP Nxp, Pressure Sensor, Absolute, 20 mV/kPa | Farnell UK">
            <a:extLst>
              <a:ext uri="{FF2B5EF4-FFF2-40B4-BE49-F238E27FC236}">
                <a16:creationId xmlns:a16="http://schemas.microsoft.com/office/drawing/2014/main" id="{540F6F58-6AD0-DDBE-717C-AFA5EF5F2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3676" y="266699"/>
            <a:ext cx="1028668" cy="708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FEE7248-6BF0-C4DC-0284-D86C8A2A582D}"/>
              </a:ext>
            </a:extLst>
          </p:cNvPr>
          <p:cNvCxnSpPr>
            <a:cxnSpLocks/>
          </p:cNvCxnSpPr>
          <p:nvPr/>
        </p:nvCxnSpPr>
        <p:spPr>
          <a:xfrm>
            <a:off x="8261789" y="1675637"/>
            <a:ext cx="233256" cy="1169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201B6B9-16AD-D198-3EE5-E4388CAC6FD9}"/>
              </a:ext>
            </a:extLst>
          </p:cNvPr>
          <p:cNvCxnSpPr>
            <a:cxnSpLocks/>
          </p:cNvCxnSpPr>
          <p:nvPr/>
        </p:nvCxnSpPr>
        <p:spPr>
          <a:xfrm>
            <a:off x="10554688" y="846340"/>
            <a:ext cx="422633" cy="6172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7D5CBCA-8BDE-51A6-C322-DE634F4A8A15}"/>
              </a:ext>
            </a:extLst>
          </p:cNvPr>
          <p:cNvCxnSpPr>
            <a:cxnSpLocks/>
          </p:cNvCxnSpPr>
          <p:nvPr/>
        </p:nvCxnSpPr>
        <p:spPr>
          <a:xfrm>
            <a:off x="11363755" y="893722"/>
            <a:ext cx="113279" cy="2360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3657968-8DCB-B6B8-368E-E3F783F8620D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11363755" y="2621280"/>
            <a:ext cx="216824" cy="2885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BC7EC34-E663-4070-C91E-DBF52B3C8EB4}"/>
              </a:ext>
            </a:extLst>
          </p:cNvPr>
          <p:cNvCxnSpPr>
            <a:cxnSpLocks/>
          </p:cNvCxnSpPr>
          <p:nvPr/>
        </p:nvCxnSpPr>
        <p:spPr>
          <a:xfrm>
            <a:off x="8605235" y="2819400"/>
            <a:ext cx="4920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55">
            <a:extLst>
              <a:ext uri="{FF2B5EF4-FFF2-40B4-BE49-F238E27FC236}">
                <a16:creationId xmlns:a16="http://schemas.microsoft.com/office/drawing/2014/main" id="{B17B0DF9-3647-F5ED-77A7-7842BC49361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1398" y="4170325"/>
            <a:ext cx="2586345" cy="2671070"/>
          </a:xfrm>
          <a:prstGeom prst="rect">
            <a:avLst/>
          </a:prstGeom>
        </p:spPr>
      </p:pic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7CF83D1-C40F-95AF-2932-3F4BE5794ECB}"/>
              </a:ext>
            </a:extLst>
          </p:cNvPr>
          <p:cNvCxnSpPr>
            <a:cxnSpLocks/>
          </p:cNvCxnSpPr>
          <p:nvPr/>
        </p:nvCxnSpPr>
        <p:spPr>
          <a:xfrm>
            <a:off x="4433786" y="6225239"/>
            <a:ext cx="257995" cy="13440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62" descr="Chart, histogram&#10;&#10;Description automatically generated">
            <a:extLst>
              <a:ext uri="{FF2B5EF4-FFF2-40B4-BE49-F238E27FC236}">
                <a16:creationId xmlns:a16="http://schemas.microsoft.com/office/drawing/2014/main" id="{0972A129-D944-8897-22DB-C09A66245BA1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28" t="4359" r="6951" b="6285"/>
          <a:stretch/>
        </p:blipFill>
        <p:spPr>
          <a:xfrm>
            <a:off x="5907934" y="4728736"/>
            <a:ext cx="3025036" cy="2129264"/>
          </a:xfrm>
          <a:prstGeom prst="rect">
            <a:avLst/>
          </a:prstGeom>
        </p:spPr>
      </p:pic>
      <p:pic>
        <p:nvPicPr>
          <p:cNvPr id="1024" name="Picture 10" descr="MPX4250AP Nxp, Pressure Sensor, Absolute, 20 mV/kPa | Farnell UK">
            <a:extLst>
              <a:ext uri="{FF2B5EF4-FFF2-40B4-BE49-F238E27FC236}">
                <a16:creationId xmlns:a16="http://schemas.microsoft.com/office/drawing/2014/main" id="{50CABBD1-6FD6-3145-E4A9-C4749EE19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928654">
            <a:off x="7995864" y="5588415"/>
            <a:ext cx="988605" cy="680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5" name="Straight Arrow Connector 1024">
            <a:extLst>
              <a:ext uri="{FF2B5EF4-FFF2-40B4-BE49-F238E27FC236}">
                <a16:creationId xmlns:a16="http://schemas.microsoft.com/office/drawing/2014/main" id="{406E0552-3C59-782A-8668-423FF6B04FE3}"/>
              </a:ext>
            </a:extLst>
          </p:cNvPr>
          <p:cNvCxnSpPr>
            <a:cxnSpLocks/>
          </p:cNvCxnSpPr>
          <p:nvPr/>
        </p:nvCxnSpPr>
        <p:spPr>
          <a:xfrm>
            <a:off x="6775450" y="6069368"/>
            <a:ext cx="0" cy="508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AD20A5CC-53B3-291B-6094-646FF0BAC6C0}"/>
              </a:ext>
            </a:extLst>
          </p:cNvPr>
          <p:cNvCxnSpPr>
            <a:cxnSpLocks/>
          </p:cNvCxnSpPr>
          <p:nvPr/>
        </p:nvCxnSpPr>
        <p:spPr>
          <a:xfrm flipV="1">
            <a:off x="7180920" y="4832691"/>
            <a:ext cx="0" cy="1387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D5D9B49D-6368-CA39-E228-27B74C6F2EFC}"/>
              </a:ext>
            </a:extLst>
          </p:cNvPr>
          <p:cNvCxnSpPr>
            <a:cxnSpLocks/>
          </p:cNvCxnSpPr>
          <p:nvPr/>
        </p:nvCxnSpPr>
        <p:spPr>
          <a:xfrm>
            <a:off x="6053592" y="4949491"/>
            <a:ext cx="2797691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0" name="TextBox 1039">
            <a:extLst>
              <a:ext uri="{FF2B5EF4-FFF2-40B4-BE49-F238E27FC236}">
                <a16:creationId xmlns:a16="http://schemas.microsoft.com/office/drawing/2014/main" id="{A5CBB4F8-0411-5785-9C63-D87C1B44B137}"/>
              </a:ext>
            </a:extLst>
          </p:cNvPr>
          <p:cNvSpPr txBox="1"/>
          <p:nvPr/>
        </p:nvSpPr>
        <p:spPr>
          <a:xfrm>
            <a:off x="5915404" y="6168932"/>
            <a:ext cx="944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bg2">
                    <a:lumMod val="25000"/>
                  </a:schemeClr>
                </a:solidFill>
              </a:rPr>
              <a:t>Vacuum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DABC633A-C891-1A5A-DCE5-DF7718F68609}"/>
              </a:ext>
            </a:extLst>
          </p:cNvPr>
          <p:cNvSpPr txBox="1"/>
          <p:nvPr/>
        </p:nvSpPr>
        <p:spPr>
          <a:xfrm>
            <a:off x="6708480" y="4594012"/>
            <a:ext cx="944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bg2">
                    <a:lumMod val="25000"/>
                  </a:schemeClr>
                </a:solidFill>
              </a:rPr>
              <a:t>Pressure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DE56683A-9608-FEFC-2F84-3B7E4B8AE9F6}"/>
              </a:ext>
            </a:extLst>
          </p:cNvPr>
          <p:cNvSpPr txBox="1"/>
          <p:nvPr/>
        </p:nvSpPr>
        <p:spPr>
          <a:xfrm>
            <a:off x="5169904" y="4832691"/>
            <a:ext cx="11598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solidFill>
                  <a:schemeClr val="bg2">
                    <a:lumMod val="25000"/>
                  </a:schemeClr>
                </a:solidFill>
              </a:rPr>
              <a:t>1 </a:t>
            </a:r>
            <a:r>
              <a:rPr lang="en-GB" sz="1100" dirty="0" err="1">
                <a:solidFill>
                  <a:schemeClr val="bg2">
                    <a:lumMod val="25000"/>
                  </a:schemeClr>
                </a:solidFill>
              </a:rPr>
              <a:t>atm</a:t>
            </a:r>
            <a:r>
              <a:rPr lang="en-GB" sz="1100" dirty="0">
                <a:solidFill>
                  <a:schemeClr val="bg2">
                    <a:lumMod val="25000"/>
                  </a:schemeClr>
                </a:solidFill>
              </a:rPr>
              <a:t> = </a:t>
            </a:r>
          </a:p>
          <a:p>
            <a:pPr algn="ctr"/>
            <a:r>
              <a:rPr lang="en-GB" sz="1100" dirty="0">
                <a:solidFill>
                  <a:schemeClr val="bg2">
                    <a:lumMod val="25000"/>
                  </a:schemeClr>
                </a:solidFill>
              </a:rPr>
              <a:t>1.75 V</a:t>
            </a:r>
          </a:p>
        </p:txBody>
      </p:sp>
      <p:pic>
        <p:nvPicPr>
          <p:cNvPr id="1044" name="Picture 1043">
            <a:extLst>
              <a:ext uri="{FF2B5EF4-FFF2-40B4-BE49-F238E27FC236}">
                <a16:creationId xmlns:a16="http://schemas.microsoft.com/office/drawing/2014/main" id="{A0F3A0A8-9840-A24E-5EB2-038FDA32FD0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18127" y="3117728"/>
            <a:ext cx="1633072" cy="1567510"/>
          </a:xfrm>
          <a:prstGeom prst="rect">
            <a:avLst/>
          </a:prstGeom>
        </p:spPr>
      </p:pic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B4614E7C-FC71-49EA-CD73-FC1911E91D9C}"/>
              </a:ext>
            </a:extLst>
          </p:cNvPr>
          <p:cNvCxnSpPr>
            <a:cxnSpLocks/>
          </p:cNvCxnSpPr>
          <p:nvPr/>
        </p:nvCxnSpPr>
        <p:spPr>
          <a:xfrm flipV="1">
            <a:off x="8599086" y="3157343"/>
            <a:ext cx="0" cy="1267262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" name="TextBox 1049">
            <a:extLst>
              <a:ext uri="{FF2B5EF4-FFF2-40B4-BE49-F238E27FC236}">
                <a16:creationId xmlns:a16="http://schemas.microsoft.com/office/drawing/2014/main" id="{B7B004BE-5A10-EA73-A997-36A78A38993A}"/>
              </a:ext>
            </a:extLst>
          </p:cNvPr>
          <p:cNvSpPr txBox="1"/>
          <p:nvPr/>
        </p:nvSpPr>
        <p:spPr>
          <a:xfrm>
            <a:off x="9298625" y="3272106"/>
            <a:ext cx="105162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b="1" dirty="0"/>
              <a:t>-90 kPa vacuum at 0.4 Bar supply</a:t>
            </a:r>
          </a:p>
        </p:txBody>
      </p:sp>
      <p:pic>
        <p:nvPicPr>
          <p:cNvPr id="1052" name="Picture 1051">
            <a:extLst>
              <a:ext uri="{FF2B5EF4-FFF2-40B4-BE49-F238E27FC236}">
                <a16:creationId xmlns:a16="http://schemas.microsoft.com/office/drawing/2014/main" id="{024BA8A2-C4AF-3DA0-6AD0-2B799A69683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51691" y="498001"/>
            <a:ext cx="3159496" cy="8422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6" name="Picture 2" descr="ZH07DSA-06-06-06 | SMC Vacuum Generator, 0.7mm nozzle , -90kPa 12L/min, ZH  series | RS">
            <a:extLst>
              <a:ext uri="{FF2B5EF4-FFF2-40B4-BE49-F238E27FC236}">
                <a16:creationId xmlns:a16="http://schemas.microsoft.com/office/drawing/2014/main" id="{539F4AA6-3404-C6DC-B526-D1F9CB9287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6" t="12713" r="21920" b="20752"/>
          <a:stretch/>
        </p:blipFill>
        <p:spPr bwMode="auto">
          <a:xfrm>
            <a:off x="7746940" y="371815"/>
            <a:ext cx="735545" cy="473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F9E937D-CFDA-1D41-E29B-0FF18F16E1A3}"/>
              </a:ext>
            </a:extLst>
          </p:cNvPr>
          <p:cNvCxnSpPr>
            <a:cxnSpLocks/>
          </p:cNvCxnSpPr>
          <p:nvPr/>
        </p:nvCxnSpPr>
        <p:spPr>
          <a:xfrm>
            <a:off x="8208894" y="695668"/>
            <a:ext cx="133480" cy="25677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6" name="Picture 1055">
            <a:extLst>
              <a:ext uri="{FF2B5EF4-FFF2-40B4-BE49-F238E27FC236}">
                <a16:creationId xmlns:a16="http://schemas.microsoft.com/office/drawing/2014/main" id="{917FE15B-E775-ABD2-5FA3-7D11B4CC08FD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t="5156"/>
          <a:stretch/>
        </p:blipFill>
        <p:spPr>
          <a:xfrm>
            <a:off x="4327358" y="985263"/>
            <a:ext cx="3164345" cy="7081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58" name="Picture 1057">
            <a:extLst>
              <a:ext uri="{FF2B5EF4-FFF2-40B4-BE49-F238E27FC236}">
                <a16:creationId xmlns:a16="http://schemas.microsoft.com/office/drawing/2014/main" id="{226A3717-79A9-26A5-D21C-13AFCBEA153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53854" y="1664890"/>
            <a:ext cx="3043857" cy="6972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60" name="Picture 1059">
            <a:extLst>
              <a:ext uri="{FF2B5EF4-FFF2-40B4-BE49-F238E27FC236}">
                <a16:creationId xmlns:a16="http://schemas.microsoft.com/office/drawing/2014/main" id="{2F008BDF-3571-7413-F74F-4789AB085C43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b="30093"/>
          <a:stretch/>
        </p:blipFill>
        <p:spPr>
          <a:xfrm>
            <a:off x="5603744" y="1849332"/>
            <a:ext cx="1917324" cy="75475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BEE7C7C9-C502-E092-93F4-1AC70480018E}"/>
              </a:ext>
            </a:extLst>
          </p:cNvPr>
          <p:cNvGrpSpPr/>
          <p:nvPr/>
        </p:nvGrpSpPr>
        <p:grpSpPr>
          <a:xfrm>
            <a:off x="4291360" y="2855792"/>
            <a:ext cx="3098851" cy="1539521"/>
            <a:chOff x="4331705" y="2627995"/>
            <a:chExt cx="3098851" cy="1539521"/>
          </a:xfrm>
        </p:grpSpPr>
        <p:pic>
          <p:nvPicPr>
            <p:cNvPr id="1062" name="Picture 1061">
              <a:extLst>
                <a:ext uri="{FF2B5EF4-FFF2-40B4-BE49-F238E27FC236}">
                  <a16:creationId xmlns:a16="http://schemas.microsoft.com/office/drawing/2014/main" id="{E96B0FB7-50F7-662D-BF1F-84E5607317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/>
            <a:srcRect l="1799"/>
            <a:stretch/>
          </p:blipFill>
          <p:spPr>
            <a:xfrm>
              <a:off x="4331705" y="2627995"/>
              <a:ext cx="3098851" cy="153952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065" name="Rectangle 1064">
              <a:extLst>
                <a:ext uri="{FF2B5EF4-FFF2-40B4-BE49-F238E27FC236}">
                  <a16:creationId xmlns:a16="http://schemas.microsoft.com/office/drawing/2014/main" id="{706633B6-BC02-86F7-5C5B-F6232F9C414B}"/>
                </a:ext>
              </a:extLst>
            </p:cNvPr>
            <p:cNvSpPr/>
            <p:nvPr/>
          </p:nvSpPr>
          <p:spPr>
            <a:xfrm>
              <a:off x="4335398" y="2656533"/>
              <a:ext cx="199332" cy="2136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67" name="TextBox 1066">
            <a:extLst>
              <a:ext uri="{FF2B5EF4-FFF2-40B4-BE49-F238E27FC236}">
                <a16:creationId xmlns:a16="http://schemas.microsoft.com/office/drawing/2014/main" id="{D90B5FBB-BD1E-D433-C3AA-0E08BE70CCB9}"/>
              </a:ext>
            </a:extLst>
          </p:cNvPr>
          <p:cNvSpPr txBox="1"/>
          <p:nvPr/>
        </p:nvSpPr>
        <p:spPr>
          <a:xfrm>
            <a:off x="-61360" y="-69773"/>
            <a:ext cx="7657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Gripper Development &amp; Gantry Integration</a:t>
            </a:r>
          </a:p>
        </p:txBody>
      </p:sp>
      <p:cxnSp>
        <p:nvCxnSpPr>
          <p:cNvPr id="1068" name="Straight Arrow Connector 1067">
            <a:extLst>
              <a:ext uri="{FF2B5EF4-FFF2-40B4-BE49-F238E27FC236}">
                <a16:creationId xmlns:a16="http://schemas.microsoft.com/office/drawing/2014/main" id="{3813EF08-2EA3-595D-8C43-903D1BA600C2}"/>
              </a:ext>
            </a:extLst>
          </p:cNvPr>
          <p:cNvCxnSpPr>
            <a:cxnSpLocks/>
          </p:cNvCxnSpPr>
          <p:nvPr/>
        </p:nvCxnSpPr>
        <p:spPr>
          <a:xfrm>
            <a:off x="5211728" y="2358129"/>
            <a:ext cx="0" cy="7595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Straight Arrow Connector 1069">
            <a:extLst>
              <a:ext uri="{FF2B5EF4-FFF2-40B4-BE49-F238E27FC236}">
                <a16:creationId xmlns:a16="http://schemas.microsoft.com/office/drawing/2014/main" id="{04E591EA-8964-392F-DBA3-021798F17116}"/>
              </a:ext>
            </a:extLst>
          </p:cNvPr>
          <p:cNvCxnSpPr>
            <a:cxnSpLocks/>
          </p:cNvCxnSpPr>
          <p:nvPr/>
        </p:nvCxnSpPr>
        <p:spPr>
          <a:xfrm>
            <a:off x="10415973" y="3078378"/>
            <a:ext cx="0" cy="109194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206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42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Harry Mills</dc:creator>
  <cp:lastModifiedBy>Harry Mills</cp:lastModifiedBy>
  <cp:revision>1</cp:revision>
  <dcterms:created xsi:type="dcterms:W3CDTF">2022-12-15T00:13:43Z</dcterms:created>
  <dcterms:modified xsi:type="dcterms:W3CDTF">2022-12-15T03:20:03Z</dcterms:modified>
</cp:coreProperties>
</file>