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Mills" userId="84b24cd5-b351-43b9-b5be-2fc7ae7b56de" providerId="ADAL" clId="{4285C943-DDD8-4BE8-9891-F1211149C933}"/>
    <pc:docChg chg="modSld">
      <pc:chgData name="Harry Mills" userId="84b24cd5-b351-43b9-b5be-2fc7ae7b56de" providerId="ADAL" clId="{4285C943-DDD8-4BE8-9891-F1211149C933}" dt="2025-07-04T11:22:31.375" v="6" actId="1076"/>
      <pc:docMkLst>
        <pc:docMk/>
      </pc:docMkLst>
      <pc:sldChg chg="modSp mod">
        <pc:chgData name="Harry Mills" userId="84b24cd5-b351-43b9-b5be-2fc7ae7b56de" providerId="ADAL" clId="{4285C943-DDD8-4BE8-9891-F1211149C933}" dt="2025-07-04T11:22:31.375" v="6" actId="1076"/>
        <pc:sldMkLst>
          <pc:docMk/>
          <pc:sldMk cId="1588518691" sldId="256"/>
        </pc:sldMkLst>
        <pc:picChg chg="mod">
          <ac:chgData name="Harry Mills" userId="84b24cd5-b351-43b9-b5be-2fc7ae7b56de" providerId="ADAL" clId="{4285C943-DDD8-4BE8-9891-F1211149C933}" dt="2025-07-04T11:22:31.375" v="6" actId="1076"/>
          <ac:picMkLst>
            <pc:docMk/>
            <pc:sldMk cId="1588518691" sldId="256"/>
            <ac:picMk id="7" creationId="{149955DE-1D73-CDC5-A048-C4EA28D3798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E1C0C-DA2F-2FA2-DA6B-F2A865086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73887-BADF-1744-75F8-32884D477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A6D3A-9641-65D5-0A6D-30F33544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6AAEE-2B71-16B8-C088-592ADDE2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54805-D6D1-C023-CEED-FCBC46DCD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433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6FC3-5FD5-C2A6-2E98-AD35FDD7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2CDB5-028A-7647-B146-88C62B37A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491C2-C5BC-AA74-B2AA-2BEFE272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DAD94-D007-DBD5-EBC8-16AC47BBC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8D0E6-F7D6-B5ED-81B6-D0EFAF37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430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DD4A-AF5D-46C0-B00E-853856351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30F76-0D3D-FE38-D8AE-9730D5724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D2C99-C878-890B-9074-ACC1324CB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8703A-3C6E-09B4-30F6-C31FA90A4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25695-5C61-F1E7-D50F-C4070E64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602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B09E-A319-5CFE-87BD-EB445114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CE47D-8F00-83F2-4B16-06D58F005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9B5AA-6731-1491-3197-B96F55D70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3FC1C-1408-AAA8-1E80-DF36C56B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A4811-9723-A1CD-3EBA-9ED20979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99FBA-825C-A5F0-00EC-262D5FD4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63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9D96E-800C-B5B6-967E-520B41E32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242E3-1FCF-6C70-D0F0-46EA3FFA8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01073-3383-FFE8-B633-7A2CB2AB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D19E7-653E-EEE0-9B7A-4402E51D7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B8966-E34C-3F22-A6AE-ED3732F8F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CFAAD-AA85-BD01-1879-2D095C50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FAB1A2-F3BA-6B7B-B457-98F54A086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AF04B-5504-6F86-CD90-7061DDC6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849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26818-7241-ADC2-287D-45309D74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366FF-CF76-E23A-D0B6-E7DD2BDD0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D2EE9-138C-F472-339C-D2623BBF1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4387D-0DDE-D669-5AB0-59E44724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581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2E05A5-1786-6E55-AD13-98036DA7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FF4EA-32B3-9CDC-D3D4-8EC1541B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B52EA-06BE-FAD1-237E-E4D899BA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13395-55AB-850D-E70E-321EFF01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B2F38-D003-2D43-91B9-E6E425C9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01184-FB21-035F-7C53-F638407AC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4143F-9C10-40C9-BB83-52E2F6A8B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55ABC-052B-F46F-7D53-CD08904E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5232-00E6-9CFB-B737-0E99E337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26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6C59-A0B0-BBFA-9AFD-F21E3E003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96110C-61C2-60D9-5AC8-963CD3A82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3634E-96C6-59F8-EEC7-01DA8ED1D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049C2-AC83-BD54-B4B6-3BA79BC88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87DD4-782C-52B4-EF86-0B626FF71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17D4E-AB30-718F-AD62-75B0AD65E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41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742D2-31D6-BDE8-0C93-5D818E3E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A54D8-8CE9-0256-DED9-7D6E43518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20F1A-A81C-D053-56EC-F30207F21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509AD-4D91-2A53-1053-BC30DF66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5B0F2-5291-45F8-06D0-8ED27D9E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56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076EF7-AD67-DA3B-F3A1-8251E9985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8CDED-F836-6952-698C-AADE07782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816E4-B8E2-1FC8-6913-671E3EA9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06A7D-77F0-FDFD-7046-CF471AEC9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00AA3-E1FB-1FA7-DA04-ECBDB734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173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0E04E3-4CDA-3E17-A585-E0B28B1D1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D1B14-E14E-D856-61BB-C7E628792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EA01F-215F-899A-DBD0-3EB7D50A8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3CC63-D925-417A-B5B3-90D6EC79EC8F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32684-D1EB-9637-AAC6-F8805F9E7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5402C-4943-D3F4-1E12-CFA4D51F0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DD65E-C8AF-442C-8B04-E8FA3097FC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215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jpe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mall robot with wheels and wires&#10;&#10;AI-generated content may be incorrect.">
            <a:extLst>
              <a:ext uri="{FF2B5EF4-FFF2-40B4-BE49-F238E27FC236}">
                <a16:creationId xmlns:a16="http://schemas.microsoft.com/office/drawing/2014/main" id="{559DCCED-E857-E6D7-AE14-0E756211D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9" t="9390" r="16044" b="9390"/>
          <a:stretch>
            <a:fillRect/>
          </a:stretch>
        </p:blipFill>
        <p:spPr>
          <a:xfrm>
            <a:off x="1670133" y="2162630"/>
            <a:ext cx="1754440" cy="1433514"/>
          </a:xfrm>
          <a:prstGeom prst="rect">
            <a:avLst/>
          </a:prstGeom>
        </p:spPr>
      </p:pic>
      <p:pic>
        <p:nvPicPr>
          <p:cNvPr id="7" name="Picture 6" descr="A drawing of a mechanical scheme&#10;&#10;AI-generated content may be incorrect.">
            <a:extLst>
              <a:ext uri="{FF2B5EF4-FFF2-40B4-BE49-F238E27FC236}">
                <a16:creationId xmlns:a16="http://schemas.microsoft.com/office/drawing/2014/main" id="{149955DE-1D73-CDC5-A048-C4EA28D37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133" y="1997148"/>
            <a:ext cx="2894962" cy="2365500"/>
          </a:xfrm>
          <a:prstGeom prst="rect">
            <a:avLst/>
          </a:prstGeom>
        </p:spPr>
      </p:pic>
      <p:pic>
        <p:nvPicPr>
          <p:cNvPr id="9" name="Picture 8" descr="A 3d model of a windmill&#10;&#10;AI-generated content may be incorrect.">
            <a:extLst>
              <a:ext uri="{FF2B5EF4-FFF2-40B4-BE49-F238E27FC236}">
                <a16:creationId xmlns:a16="http://schemas.microsoft.com/office/drawing/2014/main" id="{D4EA8421-C320-CF12-4C76-1CC8AAE43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673" y="3619339"/>
            <a:ext cx="1360558" cy="1432800"/>
          </a:xfrm>
          <a:prstGeom prst="rect">
            <a:avLst/>
          </a:prstGeom>
        </p:spPr>
      </p:pic>
      <p:pic>
        <p:nvPicPr>
          <p:cNvPr id="11" name="Picture 10" descr="A brick oven on a stand&#10;&#10;AI-generated content may be incorrect.">
            <a:extLst>
              <a:ext uri="{FF2B5EF4-FFF2-40B4-BE49-F238E27FC236}">
                <a16:creationId xmlns:a16="http://schemas.microsoft.com/office/drawing/2014/main" id="{61774B42-C7F9-F071-CBB4-1D412CD01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" t="21092" b="32818"/>
          <a:stretch>
            <a:fillRect/>
          </a:stretch>
        </p:blipFill>
        <p:spPr>
          <a:xfrm>
            <a:off x="5289338" y="6218753"/>
            <a:ext cx="1019778" cy="1028700"/>
          </a:xfrm>
          <a:prstGeom prst="rect">
            <a:avLst/>
          </a:prstGeom>
        </p:spPr>
      </p:pic>
      <p:pic>
        <p:nvPicPr>
          <p:cNvPr id="13" name="Picture 12" descr="A black and orange 3d printer&#10;&#10;AI-generated content may be incorrect.">
            <a:extLst>
              <a:ext uri="{FF2B5EF4-FFF2-40B4-BE49-F238E27FC236}">
                <a16:creationId xmlns:a16="http://schemas.microsoft.com/office/drawing/2014/main" id="{5B4070AF-459E-1764-DA4D-B06880F9C7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133" y="704848"/>
            <a:ext cx="1297400" cy="1433514"/>
          </a:xfrm>
          <a:prstGeom prst="rect">
            <a:avLst/>
          </a:prstGeom>
        </p:spPr>
      </p:pic>
      <p:pic>
        <p:nvPicPr>
          <p:cNvPr id="15" name="Picture 14" descr="A red car in a garage&#10;&#10;AI-generated content may be incorrect.">
            <a:extLst>
              <a:ext uri="{FF2B5EF4-FFF2-40B4-BE49-F238E27FC236}">
                <a16:creationId xmlns:a16="http://schemas.microsoft.com/office/drawing/2014/main" id="{F69464C4-AB5C-C786-E8D6-DB7922CCA8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9" b="11351"/>
          <a:stretch>
            <a:fillRect/>
          </a:stretch>
        </p:blipFill>
        <p:spPr>
          <a:xfrm>
            <a:off x="3474119" y="2178763"/>
            <a:ext cx="3438273" cy="1400175"/>
          </a:xfrm>
          <a:prstGeom prst="rect">
            <a:avLst/>
          </a:prstGeom>
        </p:spPr>
      </p:pic>
      <p:pic>
        <p:nvPicPr>
          <p:cNvPr id="17" name="Picture 16" descr="A person sitting in a red car&#10;&#10;AI-generated content may be incorrect.">
            <a:extLst>
              <a:ext uri="{FF2B5EF4-FFF2-40B4-BE49-F238E27FC236}">
                <a16:creationId xmlns:a16="http://schemas.microsoft.com/office/drawing/2014/main" id="{58A18D69-65EC-B74C-CF47-CC45AB2BC4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133" y="-2131201"/>
            <a:ext cx="1889629" cy="2138325"/>
          </a:xfrm>
          <a:prstGeom prst="rect">
            <a:avLst/>
          </a:prstGeom>
        </p:spPr>
      </p:pic>
      <p:pic>
        <p:nvPicPr>
          <p:cNvPr id="19" name="Picture 18" descr="A red car parked in a garage&#10;&#10;AI-generated content may be incorrect.">
            <a:extLst>
              <a:ext uri="{FF2B5EF4-FFF2-40B4-BE49-F238E27FC236}">
                <a16:creationId xmlns:a16="http://schemas.microsoft.com/office/drawing/2014/main" id="{C22233A1-5DBD-8DC7-0E83-59324A894A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241" y="-2131200"/>
            <a:ext cx="2850563" cy="2138325"/>
          </a:xfrm>
          <a:prstGeom prst="rect">
            <a:avLst/>
          </a:prstGeom>
        </p:spPr>
      </p:pic>
      <p:pic>
        <p:nvPicPr>
          <p:cNvPr id="21" name="Picture 20" descr="A medical equipment with a blue mattress&#10;&#10;AI-generated content may be incorrect.">
            <a:extLst>
              <a:ext uri="{FF2B5EF4-FFF2-40B4-BE49-F238E27FC236}">
                <a16:creationId xmlns:a16="http://schemas.microsoft.com/office/drawing/2014/main" id="{ADFC54BE-EF4A-D4B3-DA6F-FF85E574CA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445" y="-2369326"/>
            <a:ext cx="2846040" cy="2228850"/>
          </a:xfrm>
          <a:prstGeom prst="rect">
            <a:avLst/>
          </a:prstGeom>
        </p:spPr>
      </p:pic>
      <p:pic>
        <p:nvPicPr>
          <p:cNvPr id="23" name="Picture 22" descr="A medical bed in a hospital&#10;&#10;AI-generated content may be incorrect.">
            <a:extLst>
              <a:ext uri="{FF2B5EF4-FFF2-40B4-BE49-F238E27FC236}">
                <a16:creationId xmlns:a16="http://schemas.microsoft.com/office/drawing/2014/main" id="{E7CC615D-55A2-C74D-0CDA-8390267D3A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2" t="8534" r="5962" b="5999"/>
          <a:stretch>
            <a:fillRect/>
          </a:stretch>
        </p:blipFill>
        <p:spPr>
          <a:xfrm>
            <a:off x="3000752" y="704848"/>
            <a:ext cx="2336482" cy="1433514"/>
          </a:xfrm>
          <a:prstGeom prst="rect">
            <a:avLst/>
          </a:prstGeom>
        </p:spPr>
      </p:pic>
      <p:pic>
        <p:nvPicPr>
          <p:cNvPr id="25" name="Picture 24" descr="A black electronic device with a screen and a green screen&#10;&#10;AI-generated content may be incorrect.">
            <a:extLst>
              <a:ext uri="{FF2B5EF4-FFF2-40B4-BE49-F238E27FC236}">
                <a16:creationId xmlns:a16="http://schemas.microsoft.com/office/drawing/2014/main" id="{9847B259-18E9-BA83-1481-C479D77103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0" r="16082"/>
          <a:stretch>
            <a:fillRect/>
          </a:stretch>
        </p:blipFill>
        <p:spPr>
          <a:xfrm>
            <a:off x="5370453" y="705205"/>
            <a:ext cx="1541939" cy="1432800"/>
          </a:xfrm>
          <a:prstGeom prst="rect">
            <a:avLst/>
          </a:prstGeom>
        </p:spPr>
      </p:pic>
      <p:pic>
        <p:nvPicPr>
          <p:cNvPr id="27" name="Picture 26" descr="A white board with black tape on it&#10;&#10;AI-generated content may be incorrect.">
            <a:extLst>
              <a:ext uri="{FF2B5EF4-FFF2-40B4-BE49-F238E27FC236}">
                <a16:creationId xmlns:a16="http://schemas.microsoft.com/office/drawing/2014/main" id="{908BFEB0-C943-83C0-DA60-A3AE4C54C4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100" y="3619697"/>
            <a:ext cx="1121165" cy="1121165"/>
          </a:xfrm>
          <a:prstGeom prst="rect">
            <a:avLst/>
          </a:prstGeom>
        </p:spPr>
      </p:pic>
      <p:pic>
        <p:nvPicPr>
          <p:cNvPr id="29" name="Picture 28" descr="A close-up of a device&#10;&#10;AI-generated content may be incorrect.">
            <a:extLst>
              <a:ext uri="{FF2B5EF4-FFF2-40B4-BE49-F238E27FC236}">
                <a16:creationId xmlns:a16="http://schemas.microsoft.com/office/drawing/2014/main" id="{19C6C0EA-21BE-4C3E-2C29-06905B10578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8" t="7758" r="19985" b="3947"/>
          <a:stretch>
            <a:fillRect/>
          </a:stretch>
        </p:blipFill>
        <p:spPr>
          <a:xfrm>
            <a:off x="6141422" y="4362648"/>
            <a:ext cx="1292919" cy="2135642"/>
          </a:xfrm>
          <a:prstGeom prst="rect">
            <a:avLst/>
          </a:prstGeom>
        </p:spPr>
      </p:pic>
      <p:pic>
        <p:nvPicPr>
          <p:cNvPr id="31" name="Picture 30" descr="A machine on a table&#10;&#10;AI-generated content may be incorrect.">
            <a:extLst>
              <a:ext uri="{FF2B5EF4-FFF2-40B4-BE49-F238E27FC236}">
                <a16:creationId xmlns:a16="http://schemas.microsoft.com/office/drawing/2014/main" id="{FFD8EEBB-F44F-23FD-7C03-8EF81557E5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90" b="25677"/>
          <a:stretch>
            <a:fillRect/>
          </a:stretch>
        </p:blipFill>
        <p:spPr>
          <a:xfrm>
            <a:off x="1670132" y="3819524"/>
            <a:ext cx="1543870" cy="1790701"/>
          </a:xfrm>
          <a:prstGeom prst="rect">
            <a:avLst/>
          </a:prstGeom>
        </p:spPr>
      </p:pic>
      <p:pic>
        <p:nvPicPr>
          <p:cNvPr id="33" name="Picture 32" descr="A blueprint of a machine&#10;&#10;AI-generated content may be incorrect.">
            <a:extLst>
              <a:ext uri="{FF2B5EF4-FFF2-40B4-BE49-F238E27FC236}">
                <a16:creationId xmlns:a16="http://schemas.microsoft.com/office/drawing/2014/main" id="{136FC3FC-BAE7-083E-E76D-9424E56CCBF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 t="2482" r="1694" b="2471"/>
          <a:stretch>
            <a:fillRect/>
          </a:stretch>
        </p:blipFill>
        <p:spPr>
          <a:xfrm>
            <a:off x="3778778" y="6252862"/>
            <a:ext cx="1414477" cy="98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18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Harry Mills</dc:creator>
  <cp:lastModifiedBy>Harry Mills</cp:lastModifiedBy>
  <cp:revision>1</cp:revision>
  <dcterms:created xsi:type="dcterms:W3CDTF">2025-07-03T17:06:45Z</dcterms:created>
  <dcterms:modified xsi:type="dcterms:W3CDTF">2025-07-04T11:22:32Z</dcterms:modified>
</cp:coreProperties>
</file>