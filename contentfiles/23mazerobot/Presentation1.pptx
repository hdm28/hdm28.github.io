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22F463-F570-4F8B-8DC5-5552FB1866B0}" v="39" dt="2022-11-15T03:19:38.1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>
        <p:scale>
          <a:sx n="300" d="100"/>
          <a:sy n="300" d="100"/>
        </p:scale>
        <p:origin x="-5136" y="-44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ry Mills" userId="84b24cd5-b351-43b9-b5be-2fc7ae7b56de" providerId="ADAL" clId="{E322F463-F570-4F8B-8DC5-5552FB1866B0}"/>
    <pc:docChg chg="undo redo custSel addSld modSld sldOrd">
      <pc:chgData name="Harry Mills" userId="84b24cd5-b351-43b9-b5be-2fc7ae7b56de" providerId="ADAL" clId="{E322F463-F570-4F8B-8DC5-5552FB1866B0}" dt="2022-11-15T03:37:07.355" v="554" actId="20577"/>
      <pc:docMkLst>
        <pc:docMk/>
      </pc:docMkLst>
      <pc:sldChg chg="addSp delSp modSp mod">
        <pc:chgData name="Harry Mills" userId="84b24cd5-b351-43b9-b5be-2fc7ae7b56de" providerId="ADAL" clId="{E322F463-F570-4F8B-8DC5-5552FB1866B0}" dt="2022-11-15T00:39:59.774" v="45" actId="478"/>
        <pc:sldMkLst>
          <pc:docMk/>
          <pc:sldMk cId="478331299" sldId="256"/>
        </pc:sldMkLst>
        <pc:spChg chg="mod">
          <ac:chgData name="Harry Mills" userId="84b24cd5-b351-43b9-b5be-2fc7ae7b56de" providerId="ADAL" clId="{E322F463-F570-4F8B-8DC5-5552FB1866B0}" dt="2022-11-14T21:16:11.216" v="34" actId="164"/>
          <ac:spMkLst>
            <pc:docMk/>
            <pc:sldMk cId="478331299" sldId="256"/>
            <ac:spMk id="9" creationId="{E98C33B3-83D8-69DC-4925-79E1C6FB0B9A}"/>
          </ac:spMkLst>
        </pc:spChg>
        <pc:spChg chg="mod">
          <ac:chgData name="Harry Mills" userId="84b24cd5-b351-43b9-b5be-2fc7ae7b56de" providerId="ADAL" clId="{E322F463-F570-4F8B-8DC5-5552FB1866B0}" dt="2022-11-14T21:16:11.216" v="34" actId="164"/>
          <ac:spMkLst>
            <pc:docMk/>
            <pc:sldMk cId="478331299" sldId="256"/>
            <ac:spMk id="10" creationId="{90B0C3A0-AD11-44F0-3C07-01AE452D6845}"/>
          </ac:spMkLst>
        </pc:spChg>
        <pc:spChg chg="mod">
          <ac:chgData name="Harry Mills" userId="84b24cd5-b351-43b9-b5be-2fc7ae7b56de" providerId="ADAL" clId="{E322F463-F570-4F8B-8DC5-5552FB1866B0}" dt="2022-11-14T21:16:11.216" v="34" actId="164"/>
          <ac:spMkLst>
            <pc:docMk/>
            <pc:sldMk cId="478331299" sldId="256"/>
            <ac:spMk id="14" creationId="{940D8892-B1AA-1211-E047-4DE479E8074E}"/>
          </ac:spMkLst>
        </pc:spChg>
        <pc:spChg chg="mod">
          <ac:chgData name="Harry Mills" userId="84b24cd5-b351-43b9-b5be-2fc7ae7b56de" providerId="ADAL" clId="{E322F463-F570-4F8B-8DC5-5552FB1866B0}" dt="2022-11-14T21:16:16.187" v="35" actId="1076"/>
          <ac:spMkLst>
            <pc:docMk/>
            <pc:sldMk cId="478331299" sldId="256"/>
            <ac:spMk id="15" creationId="{16050A2A-0DEC-0A1B-7E89-E0338C99CB4A}"/>
          </ac:spMkLst>
        </pc:spChg>
        <pc:spChg chg="mod">
          <ac:chgData name="Harry Mills" userId="84b24cd5-b351-43b9-b5be-2fc7ae7b56de" providerId="ADAL" clId="{E322F463-F570-4F8B-8DC5-5552FB1866B0}" dt="2022-11-14T21:16:11.216" v="34" actId="164"/>
          <ac:spMkLst>
            <pc:docMk/>
            <pc:sldMk cId="478331299" sldId="256"/>
            <ac:spMk id="16" creationId="{4FE26979-31DC-F80D-EC0C-F6AA9F141316}"/>
          </ac:spMkLst>
        </pc:spChg>
        <pc:spChg chg="add del mod">
          <ac:chgData name="Harry Mills" userId="84b24cd5-b351-43b9-b5be-2fc7ae7b56de" providerId="ADAL" clId="{E322F463-F570-4F8B-8DC5-5552FB1866B0}" dt="2022-11-15T00:39:59.774" v="45" actId="478"/>
          <ac:spMkLst>
            <pc:docMk/>
            <pc:sldMk cId="478331299" sldId="256"/>
            <ac:spMk id="17" creationId="{8AF04F22-3E55-84D4-1D04-C3E61797D4AA}"/>
          </ac:spMkLst>
        </pc:spChg>
        <pc:spChg chg="add del mod">
          <ac:chgData name="Harry Mills" userId="84b24cd5-b351-43b9-b5be-2fc7ae7b56de" providerId="ADAL" clId="{E322F463-F570-4F8B-8DC5-5552FB1866B0}" dt="2022-11-15T00:39:59.558" v="44" actId="478"/>
          <ac:spMkLst>
            <pc:docMk/>
            <pc:sldMk cId="478331299" sldId="256"/>
            <ac:spMk id="18" creationId="{1A1DC391-E38B-0C13-75D4-C62C8ABB7674}"/>
          </ac:spMkLst>
        </pc:spChg>
        <pc:spChg chg="mod">
          <ac:chgData name="Harry Mills" userId="84b24cd5-b351-43b9-b5be-2fc7ae7b56de" providerId="ADAL" clId="{E322F463-F570-4F8B-8DC5-5552FB1866B0}" dt="2022-11-14T21:16:11.216" v="34" actId="164"/>
          <ac:spMkLst>
            <pc:docMk/>
            <pc:sldMk cId="478331299" sldId="256"/>
            <ac:spMk id="19" creationId="{53B24B02-167E-9EB6-6723-5238A9074FDA}"/>
          </ac:spMkLst>
        </pc:spChg>
        <pc:grpChg chg="mod">
          <ac:chgData name="Harry Mills" userId="84b24cd5-b351-43b9-b5be-2fc7ae7b56de" providerId="ADAL" clId="{E322F463-F570-4F8B-8DC5-5552FB1866B0}" dt="2022-11-14T21:16:11.216" v="34" actId="164"/>
          <ac:grpSpMkLst>
            <pc:docMk/>
            <pc:sldMk cId="478331299" sldId="256"/>
            <ac:grpSpMk id="6" creationId="{341D9845-8E71-E41E-32A1-A5B0C6454689}"/>
          </ac:grpSpMkLst>
        </pc:grpChg>
        <pc:grpChg chg="add mod">
          <ac:chgData name="Harry Mills" userId="84b24cd5-b351-43b9-b5be-2fc7ae7b56de" providerId="ADAL" clId="{E322F463-F570-4F8B-8DC5-5552FB1866B0}" dt="2022-11-14T21:16:11.216" v="34" actId="164"/>
          <ac:grpSpMkLst>
            <pc:docMk/>
            <pc:sldMk cId="478331299" sldId="256"/>
            <ac:grpSpMk id="47" creationId="{06A13A2C-6DCC-F29E-99C3-2BF5E2460EF1}"/>
          </ac:grpSpMkLst>
        </pc:grpChg>
        <pc:cxnChg chg="mod">
          <ac:chgData name="Harry Mills" userId="84b24cd5-b351-43b9-b5be-2fc7ae7b56de" providerId="ADAL" clId="{E322F463-F570-4F8B-8DC5-5552FB1866B0}" dt="2022-11-14T21:15:55.595" v="32" actId="14100"/>
          <ac:cxnSpMkLst>
            <pc:docMk/>
            <pc:sldMk cId="478331299" sldId="256"/>
            <ac:cxnSpMk id="5" creationId="{01E31533-6DBF-EB25-5BA3-66A331D555D5}"/>
          </ac:cxnSpMkLst>
        </pc:cxnChg>
        <pc:cxnChg chg="add mod">
          <ac:chgData name="Harry Mills" userId="84b24cd5-b351-43b9-b5be-2fc7ae7b56de" providerId="ADAL" clId="{E322F463-F570-4F8B-8DC5-5552FB1866B0}" dt="2022-11-14T21:16:25.235" v="36" actId="208"/>
          <ac:cxnSpMkLst>
            <pc:docMk/>
            <pc:sldMk cId="478331299" sldId="256"/>
            <ac:cxnSpMk id="7" creationId="{6636237E-9EE7-2F9F-666A-FAF421EC7CE8}"/>
          </ac:cxnSpMkLst>
        </pc:cxnChg>
        <pc:cxnChg chg="mod">
          <ac:chgData name="Harry Mills" userId="84b24cd5-b351-43b9-b5be-2fc7ae7b56de" providerId="ADAL" clId="{E322F463-F570-4F8B-8DC5-5552FB1866B0}" dt="2022-11-14T21:17:21.488" v="41" actId="14100"/>
          <ac:cxnSpMkLst>
            <pc:docMk/>
            <pc:sldMk cId="478331299" sldId="256"/>
            <ac:cxnSpMk id="8" creationId="{063FF06B-3626-2E1E-6D9B-52E2F56F0FFB}"/>
          </ac:cxnSpMkLst>
        </pc:cxnChg>
        <pc:cxnChg chg="add mod ord">
          <ac:chgData name="Harry Mills" userId="84b24cd5-b351-43b9-b5be-2fc7ae7b56de" providerId="ADAL" clId="{E322F463-F570-4F8B-8DC5-5552FB1866B0}" dt="2022-11-14T21:16:11.216" v="34" actId="164"/>
          <ac:cxnSpMkLst>
            <pc:docMk/>
            <pc:sldMk cId="478331299" sldId="256"/>
            <ac:cxnSpMk id="13" creationId="{7297C3BA-D8EB-E418-9C25-A64ED8E32A21}"/>
          </ac:cxnSpMkLst>
        </pc:cxnChg>
        <pc:cxnChg chg="mod">
          <ac:chgData name="Harry Mills" userId="84b24cd5-b351-43b9-b5be-2fc7ae7b56de" providerId="ADAL" clId="{E322F463-F570-4F8B-8DC5-5552FB1866B0}" dt="2022-11-14T21:16:11.216" v="34" actId="164"/>
          <ac:cxnSpMkLst>
            <pc:docMk/>
            <pc:sldMk cId="478331299" sldId="256"/>
            <ac:cxnSpMk id="21" creationId="{3A57A98C-B58C-D037-F3DA-C49D36A7FAA5}"/>
          </ac:cxnSpMkLst>
        </pc:cxnChg>
        <pc:cxnChg chg="mod">
          <ac:chgData name="Harry Mills" userId="84b24cd5-b351-43b9-b5be-2fc7ae7b56de" providerId="ADAL" clId="{E322F463-F570-4F8B-8DC5-5552FB1866B0}" dt="2022-11-14T21:16:11.216" v="34" actId="164"/>
          <ac:cxnSpMkLst>
            <pc:docMk/>
            <pc:sldMk cId="478331299" sldId="256"/>
            <ac:cxnSpMk id="22" creationId="{49A0E018-A958-548A-885D-CA9B041E9FB8}"/>
          </ac:cxnSpMkLst>
        </pc:cxnChg>
        <pc:cxnChg chg="mod">
          <ac:chgData name="Harry Mills" userId="84b24cd5-b351-43b9-b5be-2fc7ae7b56de" providerId="ADAL" clId="{E322F463-F570-4F8B-8DC5-5552FB1866B0}" dt="2022-11-14T21:16:11.216" v="34" actId="164"/>
          <ac:cxnSpMkLst>
            <pc:docMk/>
            <pc:sldMk cId="478331299" sldId="256"/>
            <ac:cxnSpMk id="23" creationId="{F77E45EF-E646-AF4F-4C13-FAAC559B483F}"/>
          </ac:cxnSpMkLst>
        </pc:cxnChg>
        <pc:cxnChg chg="mod">
          <ac:chgData name="Harry Mills" userId="84b24cd5-b351-43b9-b5be-2fc7ae7b56de" providerId="ADAL" clId="{E322F463-F570-4F8B-8DC5-5552FB1866B0}" dt="2022-11-14T21:16:11.216" v="34" actId="164"/>
          <ac:cxnSpMkLst>
            <pc:docMk/>
            <pc:sldMk cId="478331299" sldId="256"/>
            <ac:cxnSpMk id="24" creationId="{F51B75C5-3452-7613-3C64-1FAFC91E9E7C}"/>
          </ac:cxnSpMkLst>
        </pc:cxnChg>
        <pc:cxnChg chg="mod">
          <ac:chgData name="Harry Mills" userId="84b24cd5-b351-43b9-b5be-2fc7ae7b56de" providerId="ADAL" clId="{E322F463-F570-4F8B-8DC5-5552FB1866B0}" dt="2022-11-14T21:16:11.216" v="34" actId="164"/>
          <ac:cxnSpMkLst>
            <pc:docMk/>
            <pc:sldMk cId="478331299" sldId="256"/>
            <ac:cxnSpMk id="25" creationId="{C496E0D2-C91B-5FAF-2DB3-06132CD97649}"/>
          </ac:cxnSpMkLst>
        </pc:cxnChg>
        <pc:cxnChg chg="mod">
          <ac:chgData name="Harry Mills" userId="84b24cd5-b351-43b9-b5be-2fc7ae7b56de" providerId="ADAL" clId="{E322F463-F570-4F8B-8DC5-5552FB1866B0}" dt="2022-11-14T21:16:11.216" v="34" actId="164"/>
          <ac:cxnSpMkLst>
            <pc:docMk/>
            <pc:sldMk cId="478331299" sldId="256"/>
            <ac:cxnSpMk id="27" creationId="{779FDF8A-3648-0FBD-03C2-46F3B1C356BA}"/>
          </ac:cxnSpMkLst>
        </pc:cxnChg>
        <pc:cxnChg chg="mod">
          <ac:chgData name="Harry Mills" userId="84b24cd5-b351-43b9-b5be-2fc7ae7b56de" providerId="ADAL" clId="{E322F463-F570-4F8B-8DC5-5552FB1866B0}" dt="2022-11-14T21:16:11.216" v="34" actId="164"/>
          <ac:cxnSpMkLst>
            <pc:docMk/>
            <pc:sldMk cId="478331299" sldId="256"/>
            <ac:cxnSpMk id="28" creationId="{18347EF9-CF7D-EDAC-0ED1-B3AE2FAB4217}"/>
          </ac:cxnSpMkLst>
        </pc:cxnChg>
        <pc:cxnChg chg="mod">
          <ac:chgData name="Harry Mills" userId="84b24cd5-b351-43b9-b5be-2fc7ae7b56de" providerId="ADAL" clId="{E322F463-F570-4F8B-8DC5-5552FB1866B0}" dt="2022-11-14T21:16:11.216" v="34" actId="164"/>
          <ac:cxnSpMkLst>
            <pc:docMk/>
            <pc:sldMk cId="478331299" sldId="256"/>
            <ac:cxnSpMk id="29" creationId="{206B554F-8A70-8B3D-31B8-E663BA38880D}"/>
          </ac:cxnSpMkLst>
        </pc:cxnChg>
        <pc:cxnChg chg="mod">
          <ac:chgData name="Harry Mills" userId="84b24cd5-b351-43b9-b5be-2fc7ae7b56de" providerId="ADAL" clId="{E322F463-F570-4F8B-8DC5-5552FB1866B0}" dt="2022-11-14T21:16:11.216" v="34" actId="164"/>
          <ac:cxnSpMkLst>
            <pc:docMk/>
            <pc:sldMk cId="478331299" sldId="256"/>
            <ac:cxnSpMk id="30" creationId="{34F88A2A-A12B-7C97-C920-7E03D4BE0A6A}"/>
          </ac:cxnSpMkLst>
        </pc:cxnChg>
        <pc:cxnChg chg="mod ord">
          <ac:chgData name="Harry Mills" userId="84b24cd5-b351-43b9-b5be-2fc7ae7b56de" providerId="ADAL" clId="{E322F463-F570-4F8B-8DC5-5552FB1866B0}" dt="2022-11-14T21:16:27.027" v="37" actId="208"/>
          <ac:cxnSpMkLst>
            <pc:docMk/>
            <pc:sldMk cId="478331299" sldId="256"/>
            <ac:cxnSpMk id="32" creationId="{5B6577D7-140E-93F1-4280-44733F9F46F0}"/>
          </ac:cxnSpMkLst>
        </pc:cxnChg>
        <pc:cxnChg chg="mod ord">
          <ac:chgData name="Harry Mills" userId="84b24cd5-b351-43b9-b5be-2fc7ae7b56de" providerId="ADAL" clId="{E322F463-F570-4F8B-8DC5-5552FB1866B0}" dt="2022-11-14T21:16:11.216" v="34" actId="164"/>
          <ac:cxnSpMkLst>
            <pc:docMk/>
            <pc:sldMk cId="478331299" sldId="256"/>
            <ac:cxnSpMk id="33" creationId="{9843C56F-F467-93AB-35AD-4366318CACD8}"/>
          </ac:cxnSpMkLst>
        </pc:cxnChg>
        <pc:cxnChg chg="add mod">
          <ac:chgData name="Harry Mills" userId="84b24cd5-b351-43b9-b5be-2fc7ae7b56de" providerId="ADAL" clId="{E322F463-F570-4F8B-8DC5-5552FB1866B0}" dt="2022-11-14T21:16:28.963" v="38" actId="208"/>
          <ac:cxnSpMkLst>
            <pc:docMk/>
            <pc:sldMk cId="478331299" sldId="256"/>
            <ac:cxnSpMk id="36" creationId="{428B8ACC-D507-7948-B547-197F25719219}"/>
          </ac:cxnSpMkLst>
        </pc:cxnChg>
        <pc:cxnChg chg="add mod">
          <ac:chgData name="Harry Mills" userId="84b24cd5-b351-43b9-b5be-2fc7ae7b56de" providerId="ADAL" clId="{E322F463-F570-4F8B-8DC5-5552FB1866B0}" dt="2022-11-14T21:16:31.489" v="39" actId="208"/>
          <ac:cxnSpMkLst>
            <pc:docMk/>
            <pc:sldMk cId="478331299" sldId="256"/>
            <ac:cxnSpMk id="39" creationId="{BBD6D92E-B832-BD00-D5FC-BDA7377586F2}"/>
          </ac:cxnSpMkLst>
        </pc:cxnChg>
      </pc:sldChg>
      <pc:sldChg chg="addSp delSp modSp add mod">
        <pc:chgData name="Harry Mills" userId="84b24cd5-b351-43b9-b5be-2fc7ae7b56de" providerId="ADAL" clId="{E322F463-F570-4F8B-8DC5-5552FB1866B0}" dt="2022-11-15T00:55:08.397" v="173" actId="1076"/>
        <pc:sldMkLst>
          <pc:docMk/>
          <pc:sldMk cId="1258798682" sldId="257"/>
        </pc:sldMkLst>
        <pc:spChg chg="add mod">
          <ac:chgData name="Harry Mills" userId="84b24cd5-b351-43b9-b5be-2fc7ae7b56de" providerId="ADAL" clId="{E322F463-F570-4F8B-8DC5-5552FB1866B0}" dt="2022-11-15T00:54:18.275" v="139" actId="1076"/>
          <ac:spMkLst>
            <pc:docMk/>
            <pc:sldMk cId="1258798682" sldId="257"/>
            <ac:spMk id="2" creationId="{68142D97-CC10-6995-E821-F8183141BEEB}"/>
          </ac:spMkLst>
        </pc:spChg>
        <pc:spChg chg="add del mod">
          <ac:chgData name="Harry Mills" userId="84b24cd5-b351-43b9-b5be-2fc7ae7b56de" providerId="ADAL" clId="{E322F463-F570-4F8B-8DC5-5552FB1866B0}" dt="2022-11-15T00:54:20.389" v="140" actId="478"/>
          <ac:spMkLst>
            <pc:docMk/>
            <pc:sldMk cId="1258798682" sldId="257"/>
            <ac:spMk id="3" creationId="{32277D5B-C51E-18EC-05AC-A09928CDCC65}"/>
          </ac:spMkLst>
        </pc:spChg>
        <pc:spChg chg="mod">
          <ac:chgData name="Harry Mills" userId="84b24cd5-b351-43b9-b5be-2fc7ae7b56de" providerId="ADAL" clId="{E322F463-F570-4F8B-8DC5-5552FB1866B0}" dt="2022-11-15T00:55:05.295" v="172" actId="571"/>
          <ac:spMkLst>
            <pc:docMk/>
            <pc:sldMk cId="1258798682" sldId="257"/>
            <ac:spMk id="9" creationId="{E98C33B3-83D8-69DC-4925-79E1C6FB0B9A}"/>
          </ac:spMkLst>
        </pc:spChg>
        <pc:spChg chg="mod">
          <ac:chgData name="Harry Mills" userId="84b24cd5-b351-43b9-b5be-2fc7ae7b56de" providerId="ADAL" clId="{E322F463-F570-4F8B-8DC5-5552FB1866B0}" dt="2022-11-15T00:55:05.295" v="172" actId="571"/>
          <ac:spMkLst>
            <pc:docMk/>
            <pc:sldMk cId="1258798682" sldId="257"/>
            <ac:spMk id="10" creationId="{90B0C3A0-AD11-44F0-3C07-01AE452D6845}"/>
          </ac:spMkLst>
        </pc:spChg>
        <pc:spChg chg="mod">
          <ac:chgData name="Harry Mills" userId="84b24cd5-b351-43b9-b5be-2fc7ae7b56de" providerId="ADAL" clId="{E322F463-F570-4F8B-8DC5-5552FB1866B0}" dt="2022-11-15T00:55:05.295" v="172" actId="571"/>
          <ac:spMkLst>
            <pc:docMk/>
            <pc:sldMk cId="1258798682" sldId="257"/>
            <ac:spMk id="14" creationId="{940D8892-B1AA-1211-E047-4DE479E8074E}"/>
          </ac:spMkLst>
        </pc:spChg>
        <pc:spChg chg="mod">
          <ac:chgData name="Harry Mills" userId="84b24cd5-b351-43b9-b5be-2fc7ae7b56de" providerId="ADAL" clId="{E322F463-F570-4F8B-8DC5-5552FB1866B0}" dt="2022-11-15T00:55:05.295" v="172" actId="571"/>
          <ac:spMkLst>
            <pc:docMk/>
            <pc:sldMk cId="1258798682" sldId="257"/>
            <ac:spMk id="15" creationId="{16050A2A-0DEC-0A1B-7E89-E0338C99CB4A}"/>
          </ac:spMkLst>
        </pc:spChg>
        <pc:spChg chg="del">
          <ac:chgData name="Harry Mills" userId="84b24cd5-b351-43b9-b5be-2fc7ae7b56de" providerId="ADAL" clId="{E322F463-F570-4F8B-8DC5-5552FB1866B0}" dt="2022-11-15T00:40:10.999" v="48" actId="478"/>
          <ac:spMkLst>
            <pc:docMk/>
            <pc:sldMk cId="1258798682" sldId="257"/>
            <ac:spMk id="16" creationId="{4FE26979-31DC-F80D-EC0C-F6AA9F141316}"/>
          </ac:spMkLst>
        </pc:spChg>
        <pc:spChg chg="del">
          <ac:chgData name="Harry Mills" userId="84b24cd5-b351-43b9-b5be-2fc7ae7b56de" providerId="ADAL" clId="{E322F463-F570-4F8B-8DC5-5552FB1866B0}" dt="2022-11-15T00:40:12.636" v="49" actId="478"/>
          <ac:spMkLst>
            <pc:docMk/>
            <pc:sldMk cId="1258798682" sldId="257"/>
            <ac:spMk id="17" creationId="{8AF04F22-3E55-84D4-1D04-C3E61797D4AA}"/>
          </ac:spMkLst>
        </pc:spChg>
        <pc:spChg chg="del">
          <ac:chgData name="Harry Mills" userId="84b24cd5-b351-43b9-b5be-2fc7ae7b56de" providerId="ADAL" clId="{E322F463-F570-4F8B-8DC5-5552FB1866B0}" dt="2022-11-15T00:40:13.989" v="50" actId="478"/>
          <ac:spMkLst>
            <pc:docMk/>
            <pc:sldMk cId="1258798682" sldId="257"/>
            <ac:spMk id="18" creationId="{1A1DC391-E38B-0C13-75D4-C62C8ABB7674}"/>
          </ac:spMkLst>
        </pc:spChg>
        <pc:spChg chg="del">
          <ac:chgData name="Harry Mills" userId="84b24cd5-b351-43b9-b5be-2fc7ae7b56de" providerId="ADAL" clId="{E322F463-F570-4F8B-8DC5-5552FB1866B0}" dt="2022-11-15T00:40:15.511" v="51" actId="478"/>
          <ac:spMkLst>
            <pc:docMk/>
            <pc:sldMk cId="1258798682" sldId="257"/>
            <ac:spMk id="19" creationId="{53B24B02-167E-9EB6-6723-5238A9074FDA}"/>
          </ac:spMkLst>
        </pc:spChg>
        <pc:spChg chg="add mod">
          <ac:chgData name="Harry Mills" userId="84b24cd5-b351-43b9-b5be-2fc7ae7b56de" providerId="ADAL" clId="{E322F463-F570-4F8B-8DC5-5552FB1866B0}" dt="2022-11-15T00:41:47.785" v="100" actId="1076"/>
          <ac:spMkLst>
            <pc:docMk/>
            <pc:sldMk cId="1258798682" sldId="257"/>
            <ac:spMk id="26" creationId="{8C7FAC3D-663E-2C69-FF91-3B80B3CFDE39}"/>
          </ac:spMkLst>
        </pc:spChg>
        <pc:spChg chg="add mod">
          <ac:chgData name="Harry Mills" userId="84b24cd5-b351-43b9-b5be-2fc7ae7b56de" providerId="ADAL" clId="{E322F463-F570-4F8B-8DC5-5552FB1866B0}" dt="2022-11-15T00:53:25.990" v="119" actId="1076"/>
          <ac:spMkLst>
            <pc:docMk/>
            <pc:sldMk cId="1258798682" sldId="257"/>
            <ac:spMk id="31" creationId="{2F81CC23-2A11-CB28-3D6E-F278AD92FA9D}"/>
          </ac:spMkLst>
        </pc:spChg>
        <pc:spChg chg="add mod">
          <ac:chgData name="Harry Mills" userId="84b24cd5-b351-43b9-b5be-2fc7ae7b56de" providerId="ADAL" clId="{E322F463-F570-4F8B-8DC5-5552FB1866B0}" dt="2022-11-15T00:53:27.755" v="120" actId="1076"/>
          <ac:spMkLst>
            <pc:docMk/>
            <pc:sldMk cId="1258798682" sldId="257"/>
            <ac:spMk id="34" creationId="{9AF04F0D-EEF4-8289-5C5E-CF4F66E35048}"/>
          </ac:spMkLst>
        </pc:spChg>
        <pc:spChg chg="add mod">
          <ac:chgData name="Harry Mills" userId="84b24cd5-b351-43b9-b5be-2fc7ae7b56de" providerId="ADAL" clId="{E322F463-F570-4F8B-8DC5-5552FB1866B0}" dt="2022-11-15T00:53:50.413" v="126" actId="1076"/>
          <ac:spMkLst>
            <pc:docMk/>
            <pc:sldMk cId="1258798682" sldId="257"/>
            <ac:spMk id="35" creationId="{F3ADC1C2-9D61-60BD-5D6B-434D3004C129}"/>
          </ac:spMkLst>
        </pc:spChg>
        <pc:spChg chg="add mod">
          <ac:chgData name="Harry Mills" userId="84b24cd5-b351-43b9-b5be-2fc7ae7b56de" providerId="ADAL" clId="{E322F463-F570-4F8B-8DC5-5552FB1866B0}" dt="2022-11-15T00:54:10.451" v="136" actId="20577"/>
          <ac:spMkLst>
            <pc:docMk/>
            <pc:sldMk cId="1258798682" sldId="257"/>
            <ac:spMk id="37" creationId="{45BBE674-8DEF-6235-F619-11377D737811}"/>
          </ac:spMkLst>
        </pc:spChg>
        <pc:spChg chg="add mod">
          <ac:chgData name="Harry Mills" userId="84b24cd5-b351-43b9-b5be-2fc7ae7b56de" providerId="ADAL" clId="{E322F463-F570-4F8B-8DC5-5552FB1866B0}" dt="2022-11-15T00:54:24.836" v="142" actId="1076"/>
          <ac:spMkLst>
            <pc:docMk/>
            <pc:sldMk cId="1258798682" sldId="257"/>
            <ac:spMk id="38" creationId="{F0583E5C-1A11-738F-5493-DA5A613AE738}"/>
          </ac:spMkLst>
        </pc:spChg>
        <pc:spChg chg="add mod">
          <ac:chgData name="Harry Mills" userId="84b24cd5-b351-43b9-b5be-2fc7ae7b56de" providerId="ADAL" clId="{E322F463-F570-4F8B-8DC5-5552FB1866B0}" dt="2022-11-15T00:54:32.738" v="147" actId="20577"/>
          <ac:spMkLst>
            <pc:docMk/>
            <pc:sldMk cId="1258798682" sldId="257"/>
            <ac:spMk id="40" creationId="{BEB0816A-51AB-50E9-37AA-0CAB871469BC}"/>
          </ac:spMkLst>
        </pc:spChg>
        <pc:spChg chg="add mod">
          <ac:chgData name="Harry Mills" userId="84b24cd5-b351-43b9-b5be-2fc7ae7b56de" providerId="ADAL" clId="{E322F463-F570-4F8B-8DC5-5552FB1866B0}" dt="2022-11-15T00:54:48.155" v="169" actId="20577"/>
          <ac:spMkLst>
            <pc:docMk/>
            <pc:sldMk cId="1258798682" sldId="257"/>
            <ac:spMk id="41" creationId="{6250C6FD-C2EE-7088-DDC1-76F013CB1D80}"/>
          </ac:spMkLst>
        </pc:spChg>
        <pc:grpChg chg="mod">
          <ac:chgData name="Harry Mills" userId="84b24cd5-b351-43b9-b5be-2fc7ae7b56de" providerId="ADAL" clId="{E322F463-F570-4F8B-8DC5-5552FB1866B0}" dt="2022-11-15T00:55:05.295" v="172" actId="571"/>
          <ac:grpSpMkLst>
            <pc:docMk/>
            <pc:sldMk cId="1258798682" sldId="257"/>
            <ac:grpSpMk id="6" creationId="{341D9845-8E71-E41E-32A1-A5B0C6454689}"/>
          </ac:grpSpMkLst>
        </pc:grpChg>
        <pc:grpChg chg="mod">
          <ac:chgData name="Harry Mills" userId="84b24cd5-b351-43b9-b5be-2fc7ae7b56de" providerId="ADAL" clId="{E322F463-F570-4F8B-8DC5-5552FB1866B0}" dt="2022-11-15T00:55:05.295" v="172" actId="571"/>
          <ac:grpSpMkLst>
            <pc:docMk/>
            <pc:sldMk cId="1258798682" sldId="257"/>
            <ac:grpSpMk id="47" creationId="{06A13A2C-6DCC-F29E-99C3-2BF5E2460EF1}"/>
          </ac:grpSpMkLst>
        </pc:grpChg>
        <pc:cxnChg chg="mod">
          <ac:chgData name="Harry Mills" userId="84b24cd5-b351-43b9-b5be-2fc7ae7b56de" providerId="ADAL" clId="{E322F463-F570-4F8B-8DC5-5552FB1866B0}" dt="2022-11-15T00:55:05.295" v="172" actId="571"/>
          <ac:cxnSpMkLst>
            <pc:docMk/>
            <pc:sldMk cId="1258798682" sldId="257"/>
            <ac:cxnSpMk id="4" creationId="{A7B249D7-AD0F-30A2-E12B-8F0C6320547C}"/>
          </ac:cxnSpMkLst>
        </pc:cxnChg>
        <pc:cxnChg chg="mod">
          <ac:chgData name="Harry Mills" userId="84b24cd5-b351-43b9-b5be-2fc7ae7b56de" providerId="ADAL" clId="{E322F463-F570-4F8B-8DC5-5552FB1866B0}" dt="2022-11-15T00:55:05.295" v="172" actId="571"/>
          <ac:cxnSpMkLst>
            <pc:docMk/>
            <pc:sldMk cId="1258798682" sldId="257"/>
            <ac:cxnSpMk id="5" creationId="{01E31533-6DBF-EB25-5BA3-66A331D555D5}"/>
          </ac:cxnSpMkLst>
        </pc:cxnChg>
        <pc:cxnChg chg="mod">
          <ac:chgData name="Harry Mills" userId="84b24cd5-b351-43b9-b5be-2fc7ae7b56de" providerId="ADAL" clId="{E322F463-F570-4F8B-8DC5-5552FB1866B0}" dt="2022-11-15T00:55:05.295" v="172" actId="571"/>
          <ac:cxnSpMkLst>
            <pc:docMk/>
            <pc:sldMk cId="1258798682" sldId="257"/>
            <ac:cxnSpMk id="7" creationId="{6636237E-9EE7-2F9F-666A-FAF421EC7CE8}"/>
          </ac:cxnSpMkLst>
        </pc:cxnChg>
        <pc:cxnChg chg="mod">
          <ac:chgData name="Harry Mills" userId="84b24cd5-b351-43b9-b5be-2fc7ae7b56de" providerId="ADAL" clId="{E322F463-F570-4F8B-8DC5-5552FB1866B0}" dt="2022-11-15T00:55:05.295" v="172" actId="571"/>
          <ac:cxnSpMkLst>
            <pc:docMk/>
            <pc:sldMk cId="1258798682" sldId="257"/>
            <ac:cxnSpMk id="8" creationId="{063FF06B-3626-2E1E-6D9B-52E2F56F0FFB}"/>
          </ac:cxnSpMkLst>
        </pc:cxnChg>
        <pc:cxnChg chg="add mod">
          <ac:chgData name="Harry Mills" userId="84b24cd5-b351-43b9-b5be-2fc7ae7b56de" providerId="ADAL" clId="{E322F463-F570-4F8B-8DC5-5552FB1866B0}" dt="2022-11-15T00:41:34.983" v="85" actId="1582"/>
          <ac:cxnSpMkLst>
            <pc:docMk/>
            <pc:sldMk cId="1258798682" sldId="257"/>
            <ac:cxnSpMk id="12" creationId="{FC55CBF8-526A-C2B7-2938-D152EAE544BC}"/>
          </ac:cxnSpMkLst>
        </pc:cxnChg>
        <pc:cxnChg chg="mod">
          <ac:chgData name="Harry Mills" userId="84b24cd5-b351-43b9-b5be-2fc7ae7b56de" providerId="ADAL" clId="{E322F463-F570-4F8B-8DC5-5552FB1866B0}" dt="2022-11-15T00:55:05.295" v="172" actId="571"/>
          <ac:cxnSpMkLst>
            <pc:docMk/>
            <pc:sldMk cId="1258798682" sldId="257"/>
            <ac:cxnSpMk id="13" creationId="{7297C3BA-D8EB-E418-9C25-A64ED8E32A21}"/>
          </ac:cxnSpMkLst>
        </pc:cxnChg>
        <pc:cxnChg chg="mod">
          <ac:chgData name="Harry Mills" userId="84b24cd5-b351-43b9-b5be-2fc7ae7b56de" providerId="ADAL" clId="{E322F463-F570-4F8B-8DC5-5552FB1866B0}" dt="2022-11-15T00:55:05.295" v="172" actId="571"/>
          <ac:cxnSpMkLst>
            <pc:docMk/>
            <pc:sldMk cId="1258798682" sldId="257"/>
            <ac:cxnSpMk id="21" creationId="{3A57A98C-B58C-D037-F3DA-C49D36A7FAA5}"/>
          </ac:cxnSpMkLst>
        </pc:cxnChg>
        <pc:cxnChg chg="del">
          <ac:chgData name="Harry Mills" userId="84b24cd5-b351-43b9-b5be-2fc7ae7b56de" providerId="ADAL" clId="{E322F463-F570-4F8B-8DC5-5552FB1866B0}" dt="2022-11-15T00:40:29.838" v="55" actId="478"/>
          <ac:cxnSpMkLst>
            <pc:docMk/>
            <pc:sldMk cId="1258798682" sldId="257"/>
            <ac:cxnSpMk id="22" creationId="{49A0E018-A958-548A-885D-CA9B041E9FB8}"/>
          </ac:cxnSpMkLst>
        </pc:cxnChg>
        <pc:cxnChg chg="mod">
          <ac:chgData name="Harry Mills" userId="84b24cd5-b351-43b9-b5be-2fc7ae7b56de" providerId="ADAL" clId="{E322F463-F570-4F8B-8DC5-5552FB1866B0}" dt="2022-11-15T00:55:05.295" v="172" actId="571"/>
          <ac:cxnSpMkLst>
            <pc:docMk/>
            <pc:sldMk cId="1258798682" sldId="257"/>
            <ac:cxnSpMk id="23" creationId="{F77E45EF-E646-AF4F-4C13-FAAC559B483F}"/>
          </ac:cxnSpMkLst>
        </pc:cxnChg>
        <pc:cxnChg chg="mod">
          <ac:chgData name="Harry Mills" userId="84b24cd5-b351-43b9-b5be-2fc7ae7b56de" providerId="ADAL" clId="{E322F463-F570-4F8B-8DC5-5552FB1866B0}" dt="2022-11-15T00:55:05.295" v="172" actId="571"/>
          <ac:cxnSpMkLst>
            <pc:docMk/>
            <pc:sldMk cId="1258798682" sldId="257"/>
            <ac:cxnSpMk id="24" creationId="{F51B75C5-3452-7613-3C64-1FAFC91E9E7C}"/>
          </ac:cxnSpMkLst>
        </pc:cxnChg>
        <pc:cxnChg chg="mod">
          <ac:chgData name="Harry Mills" userId="84b24cd5-b351-43b9-b5be-2fc7ae7b56de" providerId="ADAL" clId="{E322F463-F570-4F8B-8DC5-5552FB1866B0}" dt="2022-11-15T00:55:05.295" v="172" actId="571"/>
          <ac:cxnSpMkLst>
            <pc:docMk/>
            <pc:sldMk cId="1258798682" sldId="257"/>
            <ac:cxnSpMk id="25" creationId="{C496E0D2-C91B-5FAF-2DB3-06132CD97649}"/>
          </ac:cxnSpMkLst>
        </pc:cxnChg>
        <pc:cxnChg chg="del">
          <ac:chgData name="Harry Mills" userId="84b24cd5-b351-43b9-b5be-2fc7ae7b56de" providerId="ADAL" clId="{E322F463-F570-4F8B-8DC5-5552FB1866B0}" dt="2022-11-15T00:40:31.614" v="56" actId="478"/>
          <ac:cxnSpMkLst>
            <pc:docMk/>
            <pc:sldMk cId="1258798682" sldId="257"/>
            <ac:cxnSpMk id="27" creationId="{779FDF8A-3648-0FBD-03C2-46F3B1C356BA}"/>
          </ac:cxnSpMkLst>
        </pc:cxnChg>
        <pc:cxnChg chg="del">
          <ac:chgData name="Harry Mills" userId="84b24cd5-b351-43b9-b5be-2fc7ae7b56de" providerId="ADAL" clId="{E322F463-F570-4F8B-8DC5-5552FB1866B0}" dt="2022-11-15T00:40:26.846" v="54" actId="478"/>
          <ac:cxnSpMkLst>
            <pc:docMk/>
            <pc:sldMk cId="1258798682" sldId="257"/>
            <ac:cxnSpMk id="28" creationId="{18347EF9-CF7D-EDAC-0ED1-B3AE2FAB4217}"/>
          </ac:cxnSpMkLst>
        </pc:cxnChg>
        <pc:cxnChg chg="del">
          <ac:chgData name="Harry Mills" userId="84b24cd5-b351-43b9-b5be-2fc7ae7b56de" providerId="ADAL" clId="{E322F463-F570-4F8B-8DC5-5552FB1866B0}" dt="2022-11-15T00:40:21.639" v="52" actId="478"/>
          <ac:cxnSpMkLst>
            <pc:docMk/>
            <pc:sldMk cId="1258798682" sldId="257"/>
            <ac:cxnSpMk id="29" creationId="{206B554F-8A70-8B3D-31B8-E663BA38880D}"/>
          </ac:cxnSpMkLst>
        </pc:cxnChg>
        <pc:cxnChg chg="del">
          <ac:chgData name="Harry Mills" userId="84b24cd5-b351-43b9-b5be-2fc7ae7b56de" providerId="ADAL" clId="{E322F463-F570-4F8B-8DC5-5552FB1866B0}" dt="2022-11-15T00:40:24.302" v="53" actId="478"/>
          <ac:cxnSpMkLst>
            <pc:docMk/>
            <pc:sldMk cId="1258798682" sldId="257"/>
            <ac:cxnSpMk id="30" creationId="{34F88A2A-A12B-7C97-C920-7E03D4BE0A6A}"/>
          </ac:cxnSpMkLst>
        </pc:cxnChg>
        <pc:cxnChg chg="mod">
          <ac:chgData name="Harry Mills" userId="84b24cd5-b351-43b9-b5be-2fc7ae7b56de" providerId="ADAL" clId="{E322F463-F570-4F8B-8DC5-5552FB1866B0}" dt="2022-11-15T00:55:05.295" v="172" actId="571"/>
          <ac:cxnSpMkLst>
            <pc:docMk/>
            <pc:sldMk cId="1258798682" sldId="257"/>
            <ac:cxnSpMk id="32" creationId="{5B6577D7-140E-93F1-4280-44733F9F46F0}"/>
          </ac:cxnSpMkLst>
        </pc:cxnChg>
        <pc:cxnChg chg="mod">
          <ac:chgData name="Harry Mills" userId="84b24cd5-b351-43b9-b5be-2fc7ae7b56de" providerId="ADAL" clId="{E322F463-F570-4F8B-8DC5-5552FB1866B0}" dt="2022-11-15T00:55:05.295" v="172" actId="571"/>
          <ac:cxnSpMkLst>
            <pc:docMk/>
            <pc:sldMk cId="1258798682" sldId="257"/>
            <ac:cxnSpMk id="33" creationId="{9843C56F-F467-93AB-35AD-4366318CACD8}"/>
          </ac:cxnSpMkLst>
        </pc:cxnChg>
        <pc:cxnChg chg="mod">
          <ac:chgData name="Harry Mills" userId="84b24cd5-b351-43b9-b5be-2fc7ae7b56de" providerId="ADAL" clId="{E322F463-F570-4F8B-8DC5-5552FB1866B0}" dt="2022-11-15T00:55:05.295" v="172" actId="571"/>
          <ac:cxnSpMkLst>
            <pc:docMk/>
            <pc:sldMk cId="1258798682" sldId="257"/>
            <ac:cxnSpMk id="36" creationId="{428B8ACC-D507-7948-B547-197F25719219}"/>
          </ac:cxnSpMkLst>
        </pc:cxnChg>
        <pc:cxnChg chg="mod">
          <ac:chgData name="Harry Mills" userId="84b24cd5-b351-43b9-b5be-2fc7ae7b56de" providerId="ADAL" clId="{E322F463-F570-4F8B-8DC5-5552FB1866B0}" dt="2022-11-15T00:55:05.295" v="172" actId="571"/>
          <ac:cxnSpMkLst>
            <pc:docMk/>
            <pc:sldMk cId="1258798682" sldId="257"/>
            <ac:cxnSpMk id="39" creationId="{BBD6D92E-B832-BD00-D5FC-BDA7377586F2}"/>
          </ac:cxnSpMkLst>
        </pc:cxnChg>
        <pc:cxnChg chg="add mod">
          <ac:chgData name="Harry Mills" userId="84b24cd5-b351-43b9-b5be-2fc7ae7b56de" providerId="ADAL" clId="{E322F463-F570-4F8B-8DC5-5552FB1866B0}" dt="2022-11-15T00:55:05.295" v="172" actId="571"/>
          <ac:cxnSpMkLst>
            <pc:docMk/>
            <pc:sldMk cId="1258798682" sldId="257"/>
            <ac:cxnSpMk id="42" creationId="{DBB6C450-D177-611D-3C95-5124E9417ECA}"/>
          </ac:cxnSpMkLst>
        </pc:cxnChg>
        <pc:cxnChg chg="add mod">
          <ac:chgData name="Harry Mills" userId="84b24cd5-b351-43b9-b5be-2fc7ae7b56de" providerId="ADAL" clId="{E322F463-F570-4F8B-8DC5-5552FB1866B0}" dt="2022-11-15T00:55:08.397" v="173" actId="1076"/>
          <ac:cxnSpMkLst>
            <pc:docMk/>
            <pc:sldMk cId="1258798682" sldId="257"/>
            <ac:cxnSpMk id="43" creationId="{CA3FE066-F15D-5429-1EC1-C4D8D093278F}"/>
          </ac:cxnSpMkLst>
        </pc:cxnChg>
      </pc:sldChg>
      <pc:sldChg chg="addSp delSp modSp add mod">
        <pc:chgData name="Harry Mills" userId="84b24cd5-b351-43b9-b5be-2fc7ae7b56de" providerId="ADAL" clId="{E322F463-F570-4F8B-8DC5-5552FB1866B0}" dt="2022-11-15T02:30:53.864" v="340" actId="20577"/>
        <pc:sldMkLst>
          <pc:docMk/>
          <pc:sldMk cId="1226630837" sldId="258"/>
        </pc:sldMkLst>
        <pc:spChg chg="mod">
          <ac:chgData name="Harry Mills" userId="84b24cd5-b351-43b9-b5be-2fc7ae7b56de" providerId="ADAL" clId="{E322F463-F570-4F8B-8DC5-5552FB1866B0}" dt="2022-11-15T01:44:05.578" v="238" actId="14100"/>
          <ac:spMkLst>
            <pc:docMk/>
            <pc:sldMk cId="1226630837" sldId="258"/>
            <ac:spMk id="2" creationId="{68142D97-CC10-6995-E821-F8183141BEEB}"/>
          </ac:spMkLst>
        </pc:spChg>
        <pc:spChg chg="add mod ord">
          <ac:chgData name="Harry Mills" userId="84b24cd5-b351-43b9-b5be-2fc7ae7b56de" providerId="ADAL" clId="{E322F463-F570-4F8B-8DC5-5552FB1866B0}" dt="2022-11-15T01:43:54.101" v="234" actId="167"/>
          <ac:spMkLst>
            <pc:docMk/>
            <pc:sldMk cId="1226630837" sldId="258"/>
            <ac:spMk id="3" creationId="{C41E9BC2-9C5B-E1A1-8056-BFEBCE4E99CF}"/>
          </ac:spMkLst>
        </pc:spChg>
        <pc:spChg chg="mod">
          <ac:chgData name="Harry Mills" userId="84b24cd5-b351-43b9-b5be-2fc7ae7b56de" providerId="ADAL" clId="{E322F463-F570-4F8B-8DC5-5552FB1866B0}" dt="2022-11-15T01:44:28.327" v="243" actId="571"/>
          <ac:spMkLst>
            <pc:docMk/>
            <pc:sldMk cId="1226630837" sldId="258"/>
            <ac:spMk id="9" creationId="{E98C33B3-83D8-69DC-4925-79E1C6FB0B9A}"/>
          </ac:spMkLst>
        </pc:spChg>
        <pc:spChg chg="mod">
          <ac:chgData name="Harry Mills" userId="84b24cd5-b351-43b9-b5be-2fc7ae7b56de" providerId="ADAL" clId="{E322F463-F570-4F8B-8DC5-5552FB1866B0}" dt="2022-11-15T01:44:28.327" v="243" actId="571"/>
          <ac:spMkLst>
            <pc:docMk/>
            <pc:sldMk cId="1226630837" sldId="258"/>
            <ac:spMk id="10" creationId="{90B0C3A0-AD11-44F0-3C07-01AE452D6845}"/>
          </ac:spMkLst>
        </pc:spChg>
        <pc:spChg chg="add mod">
          <ac:chgData name="Harry Mills" userId="84b24cd5-b351-43b9-b5be-2fc7ae7b56de" providerId="ADAL" clId="{E322F463-F570-4F8B-8DC5-5552FB1866B0}" dt="2022-11-15T01:42:10.797" v="212" actId="113"/>
          <ac:spMkLst>
            <pc:docMk/>
            <pc:sldMk cId="1226630837" sldId="258"/>
            <ac:spMk id="11" creationId="{885C0866-1FCD-313F-5552-34DD89794371}"/>
          </ac:spMkLst>
        </pc:spChg>
        <pc:spChg chg="mod">
          <ac:chgData name="Harry Mills" userId="84b24cd5-b351-43b9-b5be-2fc7ae7b56de" providerId="ADAL" clId="{E322F463-F570-4F8B-8DC5-5552FB1866B0}" dt="2022-11-15T01:44:28.327" v="243" actId="571"/>
          <ac:spMkLst>
            <pc:docMk/>
            <pc:sldMk cId="1226630837" sldId="258"/>
            <ac:spMk id="14" creationId="{940D8892-B1AA-1211-E047-4DE479E8074E}"/>
          </ac:spMkLst>
        </pc:spChg>
        <pc:spChg chg="mod">
          <ac:chgData name="Harry Mills" userId="84b24cd5-b351-43b9-b5be-2fc7ae7b56de" providerId="ADAL" clId="{E322F463-F570-4F8B-8DC5-5552FB1866B0}" dt="2022-11-15T01:44:28.327" v="243" actId="571"/>
          <ac:spMkLst>
            <pc:docMk/>
            <pc:sldMk cId="1226630837" sldId="258"/>
            <ac:spMk id="15" creationId="{16050A2A-0DEC-0A1B-7E89-E0338C99CB4A}"/>
          </ac:spMkLst>
        </pc:spChg>
        <pc:spChg chg="add mod">
          <ac:chgData name="Harry Mills" userId="84b24cd5-b351-43b9-b5be-2fc7ae7b56de" providerId="ADAL" clId="{E322F463-F570-4F8B-8DC5-5552FB1866B0}" dt="2022-11-15T01:43:08.981" v="223" actId="571"/>
          <ac:spMkLst>
            <pc:docMk/>
            <pc:sldMk cId="1226630837" sldId="258"/>
            <ac:spMk id="19" creationId="{A662A41C-5169-DEB3-7D3A-E657167BFB51}"/>
          </ac:spMkLst>
        </pc:spChg>
        <pc:spChg chg="add mod">
          <ac:chgData name="Harry Mills" userId="84b24cd5-b351-43b9-b5be-2fc7ae7b56de" providerId="ADAL" clId="{E322F463-F570-4F8B-8DC5-5552FB1866B0}" dt="2022-11-15T01:50:42.989" v="271" actId="20577"/>
          <ac:spMkLst>
            <pc:docMk/>
            <pc:sldMk cId="1226630837" sldId="258"/>
            <ac:spMk id="30" creationId="{41C075C5-A479-96B5-5D4E-9B15FB262C0D}"/>
          </ac:spMkLst>
        </pc:spChg>
        <pc:spChg chg="mod">
          <ac:chgData name="Harry Mills" userId="84b24cd5-b351-43b9-b5be-2fc7ae7b56de" providerId="ADAL" clId="{E322F463-F570-4F8B-8DC5-5552FB1866B0}" dt="2022-11-15T01:42:53.591" v="217" actId="14100"/>
          <ac:spMkLst>
            <pc:docMk/>
            <pc:sldMk cId="1226630837" sldId="258"/>
            <ac:spMk id="31" creationId="{2F81CC23-2A11-CB28-3D6E-F278AD92FA9D}"/>
          </ac:spMkLst>
        </pc:spChg>
        <pc:spChg chg="mod">
          <ac:chgData name="Harry Mills" userId="84b24cd5-b351-43b9-b5be-2fc7ae7b56de" providerId="ADAL" clId="{E322F463-F570-4F8B-8DC5-5552FB1866B0}" dt="2022-11-15T02:30:53.864" v="340" actId="20577"/>
          <ac:spMkLst>
            <pc:docMk/>
            <pc:sldMk cId="1226630837" sldId="258"/>
            <ac:spMk id="34" creationId="{9AF04F0D-EEF4-8289-5C5E-CF4F66E35048}"/>
          </ac:spMkLst>
        </pc:spChg>
        <pc:spChg chg="mod">
          <ac:chgData name="Harry Mills" userId="84b24cd5-b351-43b9-b5be-2fc7ae7b56de" providerId="ADAL" clId="{E322F463-F570-4F8B-8DC5-5552FB1866B0}" dt="2022-11-15T01:42:08.852" v="211" actId="113"/>
          <ac:spMkLst>
            <pc:docMk/>
            <pc:sldMk cId="1226630837" sldId="258"/>
            <ac:spMk id="35" creationId="{F3ADC1C2-9D61-60BD-5D6B-434D3004C129}"/>
          </ac:spMkLst>
        </pc:spChg>
        <pc:spChg chg="del">
          <ac:chgData name="Harry Mills" userId="84b24cd5-b351-43b9-b5be-2fc7ae7b56de" providerId="ADAL" clId="{E322F463-F570-4F8B-8DC5-5552FB1866B0}" dt="2022-11-15T01:41:37.432" v="195" actId="478"/>
          <ac:spMkLst>
            <pc:docMk/>
            <pc:sldMk cId="1226630837" sldId="258"/>
            <ac:spMk id="37" creationId="{45BBE674-8DEF-6235-F619-11377D737811}"/>
          </ac:spMkLst>
        </pc:spChg>
        <pc:spChg chg="del">
          <ac:chgData name="Harry Mills" userId="84b24cd5-b351-43b9-b5be-2fc7ae7b56de" providerId="ADAL" clId="{E322F463-F570-4F8B-8DC5-5552FB1866B0}" dt="2022-11-15T01:41:20.216" v="187" actId="478"/>
          <ac:spMkLst>
            <pc:docMk/>
            <pc:sldMk cId="1226630837" sldId="258"/>
            <ac:spMk id="38" creationId="{F0583E5C-1A11-738F-5493-DA5A613AE738}"/>
          </ac:spMkLst>
        </pc:spChg>
        <pc:spChg chg="mod">
          <ac:chgData name="Harry Mills" userId="84b24cd5-b351-43b9-b5be-2fc7ae7b56de" providerId="ADAL" clId="{E322F463-F570-4F8B-8DC5-5552FB1866B0}" dt="2022-11-15T01:44:09.697" v="239" actId="1076"/>
          <ac:spMkLst>
            <pc:docMk/>
            <pc:sldMk cId="1226630837" sldId="258"/>
            <ac:spMk id="40" creationId="{BEB0816A-51AB-50E9-37AA-0CAB871469BC}"/>
          </ac:spMkLst>
        </pc:spChg>
        <pc:spChg chg="mod">
          <ac:chgData name="Harry Mills" userId="84b24cd5-b351-43b9-b5be-2fc7ae7b56de" providerId="ADAL" clId="{E322F463-F570-4F8B-8DC5-5552FB1866B0}" dt="2022-11-15T01:45:05.263" v="245" actId="1076"/>
          <ac:spMkLst>
            <pc:docMk/>
            <pc:sldMk cId="1226630837" sldId="258"/>
            <ac:spMk id="41" creationId="{6250C6FD-C2EE-7088-DDC1-76F013CB1D80}"/>
          </ac:spMkLst>
        </pc:spChg>
        <pc:grpChg chg="mod">
          <ac:chgData name="Harry Mills" userId="84b24cd5-b351-43b9-b5be-2fc7ae7b56de" providerId="ADAL" clId="{E322F463-F570-4F8B-8DC5-5552FB1866B0}" dt="2022-11-15T01:44:28.327" v="243" actId="571"/>
          <ac:grpSpMkLst>
            <pc:docMk/>
            <pc:sldMk cId="1226630837" sldId="258"/>
            <ac:grpSpMk id="6" creationId="{341D9845-8E71-E41E-32A1-A5B0C6454689}"/>
          </ac:grpSpMkLst>
        </pc:grpChg>
        <pc:grpChg chg="mod">
          <ac:chgData name="Harry Mills" userId="84b24cd5-b351-43b9-b5be-2fc7ae7b56de" providerId="ADAL" clId="{E322F463-F570-4F8B-8DC5-5552FB1866B0}" dt="2022-11-15T01:44:28.327" v="243" actId="571"/>
          <ac:grpSpMkLst>
            <pc:docMk/>
            <pc:sldMk cId="1226630837" sldId="258"/>
            <ac:grpSpMk id="47" creationId="{06A13A2C-6DCC-F29E-99C3-2BF5E2460EF1}"/>
          </ac:grpSpMkLst>
        </pc:grpChg>
        <pc:cxnChg chg="mod">
          <ac:chgData name="Harry Mills" userId="84b24cd5-b351-43b9-b5be-2fc7ae7b56de" providerId="ADAL" clId="{E322F463-F570-4F8B-8DC5-5552FB1866B0}" dt="2022-11-15T01:44:28.327" v="243" actId="571"/>
          <ac:cxnSpMkLst>
            <pc:docMk/>
            <pc:sldMk cId="1226630837" sldId="258"/>
            <ac:cxnSpMk id="4" creationId="{A7B249D7-AD0F-30A2-E12B-8F0C6320547C}"/>
          </ac:cxnSpMkLst>
        </pc:cxnChg>
        <pc:cxnChg chg="mod">
          <ac:chgData name="Harry Mills" userId="84b24cd5-b351-43b9-b5be-2fc7ae7b56de" providerId="ADAL" clId="{E322F463-F570-4F8B-8DC5-5552FB1866B0}" dt="2022-11-15T01:44:28.327" v="243" actId="571"/>
          <ac:cxnSpMkLst>
            <pc:docMk/>
            <pc:sldMk cId="1226630837" sldId="258"/>
            <ac:cxnSpMk id="5" creationId="{01E31533-6DBF-EB25-5BA3-66A331D555D5}"/>
          </ac:cxnSpMkLst>
        </pc:cxnChg>
        <pc:cxnChg chg="mod">
          <ac:chgData name="Harry Mills" userId="84b24cd5-b351-43b9-b5be-2fc7ae7b56de" providerId="ADAL" clId="{E322F463-F570-4F8B-8DC5-5552FB1866B0}" dt="2022-11-15T01:44:28.327" v="243" actId="571"/>
          <ac:cxnSpMkLst>
            <pc:docMk/>
            <pc:sldMk cId="1226630837" sldId="258"/>
            <ac:cxnSpMk id="7" creationId="{6636237E-9EE7-2F9F-666A-FAF421EC7CE8}"/>
          </ac:cxnSpMkLst>
        </pc:cxnChg>
        <pc:cxnChg chg="mod">
          <ac:chgData name="Harry Mills" userId="84b24cd5-b351-43b9-b5be-2fc7ae7b56de" providerId="ADAL" clId="{E322F463-F570-4F8B-8DC5-5552FB1866B0}" dt="2022-11-15T01:44:28.327" v="243" actId="571"/>
          <ac:cxnSpMkLst>
            <pc:docMk/>
            <pc:sldMk cId="1226630837" sldId="258"/>
            <ac:cxnSpMk id="8" creationId="{063FF06B-3626-2E1E-6D9B-52E2F56F0FFB}"/>
          </ac:cxnSpMkLst>
        </pc:cxnChg>
        <pc:cxnChg chg="mod">
          <ac:chgData name="Harry Mills" userId="84b24cd5-b351-43b9-b5be-2fc7ae7b56de" providerId="ADAL" clId="{E322F463-F570-4F8B-8DC5-5552FB1866B0}" dt="2022-11-15T01:44:28.327" v="243" actId="571"/>
          <ac:cxnSpMkLst>
            <pc:docMk/>
            <pc:sldMk cId="1226630837" sldId="258"/>
            <ac:cxnSpMk id="13" creationId="{7297C3BA-D8EB-E418-9C25-A64ED8E32A21}"/>
          </ac:cxnSpMkLst>
        </pc:cxnChg>
        <pc:cxnChg chg="mod">
          <ac:chgData name="Harry Mills" userId="84b24cd5-b351-43b9-b5be-2fc7ae7b56de" providerId="ADAL" clId="{E322F463-F570-4F8B-8DC5-5552FB1866B0}" dt="2022-11-15T01:44:28.327" v="243" actId="571"/>
          <ac:cxnSpMkLst>
            <pc:docMk/>
            <pc:sldMk cId="1226630837" sldId="258"/>
            <ac:cxnSpMk id="21" creationId="{3A57A98C-B58C-D037-F3DA-C49D36A7FAA5}"/>
          </ac:cxnSpMkLst>
        </pc:cxnChg>
        <pc:cxnChg chg="del">
          <ac:chgData name="Harry Mills" userId="84b24cd5-b351-43b9-b5be-2fc7ae7b56de" providerId="ADAL" clId="{E322F463-F570-4F8B-8DC5-5552FB1866B0}" dt="2022-11-15T01:43:56.598" v="235" actId="478"/>
          <ac:cxnSpMkLst>
            <pc:docMk/>
            <pc:sldMk cId="1226630837" sldId="258"/>
            <ac:cxnSpMk id="23" creationId="{F77E45EF-E646-AF4F-4C13-FAAC559B483F}"/>
          </ac:cxnSpMkLst>
        </pc:cxnChg>
        <pc:cxnChg chg="add del mod">
          <ac:chgData name="Harry Mills" userId="84b24cd5-b351-43b9-b5be-2fc7ae7b56de" providerId="ADAL" clId="{E322F463-F570-4F8B-8DC5-5552FB1866B0}" dt="2022-11-15T01:44:28.327" v="243" actId="571"/>
          <ac:cxnSpMkLst>
            <pc:docMk/>
            <pc:sldMk cId="1226630837" sldId="258"/>
            <ac:cxnSpMk id="24" creationId="{F51B75C5-3452-7613-3C64-1FAFC91E9E7C}"/>
          </ac:cxnSpMkLst>
        </pc:cxnChg>
        <pc:cxnChg chg="del">
          <ac:chgData name="Harry Mills" userId="84b24cd5-b351-43b9-b5be-2fc7ae7b56de" providerId="ADAL" clId="{E322F463-F570-4F8B-8DC5-5552FB1866B0}" dt="2022-11-15T01:43:59.376" v="236" actId="478"/>
          <ac:cxnSpMkLst>
            <pc:docMk/>
            <pc:sldMk cId="1226630837" sldId="258"/>
            <ac:cxnSpMk id="25" creationId="{C496E0D2-C91B-5FAF-2DB3-06132CD97649}"/>
          </ac:cxnSpMkLst>
        </pc:cxnChg>
        <pc:cxnChg chg="add mod">
          <ac:chgData name="Harry Mills" userId="84b24cd5-b351-43b9-b5be-2fc7ae7b56de" providerId="ADAL" clId="{E322F463-F570-4F8B-8DC5-5552FB1866B0}" dt="2022-11-15T01:44:30.855" v="244" actId="1076"/>
          <ac:cxnSpMkLst>
            <pc:docMk/>
            <pc:sldMk cId="1226630837" sldId="258"/>
            <ac:cxnSpMk id="29" creationId="{0F107ECD-D556-2E63-03E5-46CB0BFB9884}"/>
          </ac:cxnSpMkLst>
        </pc:cxnChg>
        <pc:cxnChg chg="mod">
          <ac:chgData name="Harry Mills" userId="84b24cd5-b351-43b9-b5be-2fc7ae7b56de" providerId="ADAL" clId="{E322F463-F570-4F8B-8DC5-5552FB1866B0}" dt="2022-11-15T01:44:28.327" v="243" actId="571"/>
          <ac:cxnSpMkLst>
            <pc:docMk/>
            <pc:sldMk cId="1226630837" sldId="258"/>
            <ac:cxnSpMk id="32" creationId="{5B6577D7-140E-93F1-4280-44733F9F46F0}"/>
          </ac:cxnSpMkLst>
        </pc:cxnChg>
        <pc:cxnChg chg="mod">
          <ac:chgData name="Harry Mills" userId="84b24cd5-b351-43b9-b5be-2fc7ae7b56de" providerId="ADAL" clId="{E322F463-F570-4F8B-8DC5-5552FB1866B0}" dt="2022-11-15T01:44:28.327" v="243" actId="571"/>
          <ac:cxnSpMkLst>
            <pc:docMk/>
            <pc:sldMk cId="1226630837" sldId="258"/>
            <ac:cxnSpMk id="33" creationId="{9843C56F-F467-93AB-35AD-4366318CACD8}"/>
          </ac:cxnSpMkLst>
        </pc:cxnChg>
        <pc:cxnChg chg="mod">
          <ac:chgData name="Harry Mills" userId="84b24cd5-b351-43b9-b5be-2fc7ae7b56de" providerId="ADAL" clId="{E322F463-F570-4F8B-8DC5-5552FB1866B0}" dt="2022-11-15T01:44:28.327" v="243" actId="571"/>
          <ac:cxnSpMkLst>
            <pc:docMk/>
            <pc:sldMk cId="1226630837" sldId="258"/>
            <ac:cxnSpMk id="36" creationId="{428B8ACC-D507-7948-B547-197F25719219}"/>
          </ac:cxnSpMkLst>
        </pc:cxnChg>
        <pc:cxnChg chg="mod">
          <ac:chgData name="Harry Mills" userId="84b24cd5-b351-43b9-b5be-2fc7ae7b56de" providerId="ADAL" clId="{E322F463-F570-4F8B-8DC5-5552FB1866B0}" dt="2022-11-15T01:44:28.327" v="243" actId="571"/>
          <ac:cxnSpMkLst>
            <pc:docMk/>
            <pc:sldMk cId="1226630837" sldId="258"/>
            <ac:cxnSpMk id="39" creationId="{BBD6D92E-B832-BD00-D5FC-BDA7377586F2}"/>
          </ac:cxnSpMkLst>
        </pc:cxnChg>
        <pc:cxnChg chg="mod">
          <ac:chgData name="Harry Mills" userId="84b24cd5-b351-43b9-b5be-2fc7ae7b56de" providerId="ADAL" clId="{E322F463-F570-4F8B-8DC5-5552FB1866B0}" dt="2022-11-15T01:44:28.327" v="243" actId="571"/>
          <ac:cxnSpMkLst>
            <pc:docMk/>
            <pc:sldMk cId="1226630837" sldId="258"/>
            <ac:cxnSpMk id="42" creationId="{DBB6C450-D177-611D-3C95-5124E9417ECA}"/>
          </ac:cxnSpMkLst>
        </pc:cxnChg>
        <pc:cxnChg chg="mod">
          <ac:chgData name="Harry Mills" userId="84b24cd5-b351-43b9-b5be-2fc7ae7b56de" providerId="ADAL" clId="{E322F463-F570-4F8B-8DC5-5552FB1866B0}" dt="2022-11-15T01:44:28.327" v="243" actId="571"/>
          <ac:cxnSpMkLst>
            <pc:docMk/>
            <pc:sldMk cId="1226630837" sldId="258"/>
            <ac:cxnSpMk id="43" creationId="{CA3FE066-F15D-5429-1EC1-C4D8D093278F}"/>
          </ac:cxnSpMkLst>
        </pc:cxnChg>
      </pc:sldChg>
      <pc:sldChg chg="addSp delSp modSp add mod ord">
        <pc:chgData name="Harry Mills" userId="84b24cd5-b351-43b9-b5be-2fc7ae7b56de" providerId="ADAL" clId="{E322F463-F570-4F8B-8DC5-5552FB1866B0}" dt="2022-11-15T03:37:07.355" v="554" actId="20577"/>
        <pc:sldMkLst>
          <pc:docMk/>
          <pc:sldMk cId="1797927048" sldId="259"/>
        </pc:sldMkLst>
        <pc:spChg chg="del">
          <ac:chgData name="Harry Mills" userId="84b24cd5-b351-43b9-b5be-2fc7ae7b56de" providerId="ADAL" clId="{E322F463-F570-4F8B-8DC5-5552FB1866B0}" dt="2022-11-15T02:24:39.329" v="330" actId="478"/>
          <ac:spMkLst>
            <pc:docMk/>
            <pc:sldMk cId="1797927048" sldId="259"/>
            <ac:spMk id="2" creationId="{68142D97-CC10-6995-E821-F8183141BEEB}"/>
          </ac:spMkLst>
        </pc:spChg>
        <pc:spChg chg="mod">
          <ac:chgData name="Harry Mills" userId="84b24cd5-b351-43b9-b5be-2fc7ae7b56de" providerId="ADAL" clId="{E322F463-F570-4F8B-8DC5-5552FB1866B0}" dt="2022-11-15T02:23:19.223" v="307" actId="571"/>
          <ac:spMkLst>
            <pc:docMk/>
            <pc:sldMk cId="1797927048" sldId="259"/>
            <ac:spMk id="9" creationId="{E98C33B3-83D8-69DC-4925-79E1C6FB0B9A}"/>
          </ac:spMkLst>
        </pc:spChg>
        <pc:spChg chg="del mod">
          <ac:chgData name="Harry Mills" userId="84b24cd5-b351-43b9-b5be-2fc7ae7b56de" providerId="ADAL" clId="{E322F463-F570-4F8B-8DC5-5552FB1866B0}" dt="2022-11-15T02:24:53.652" v="335" actId="478"/>
          <ac:spMkLst>
            <pc:docMk/>
            <pc:sldMk cId="1797927048" sldId="259"/>
            <ac:spMk id="10" creationId="{90B0C3A0-AD11-44F0-3C07-01AE452D6845}"/>
          </ac:spMkLst>
        </pc:spChg>
        <pc:spChg chg="mod">
          <ac:chgData name="Harry Mills" userId="84b24cd5-b351-43b9-b5be-2fc7ae7b56de" providerId="ADAL" clId="{E322F463-F570-4F8B-8DC5-5552FB1866B0}" dt="2022-11-15T02:23:19.223" v="307" actId="571"/>
          <ac:spMkLst>
            <pc:docMk/>
            <pc:sldMk cId="1797927048" sldId="259"/>
            <ac:spMk id="14" creationId="{940D8892-B1AA-1211-E047-4DE479E8074E}"/>
          </ac:spMkLst>
        </pc:spChg>
        <pc:spChg chg="mod">
          <ac:chgData name="Harry Mills" userId="84b24cd5-b351-43b9-b5be-2fc7ae7b56de" providerId="ADAL" clId="{E322F463-F570-4F8B-8DC5-5552FB1866B0}" dt="2022-11-15T02:24:49.167" v="334" actId="1076"/>
          <ac:spMkLst>
            <pc:docMk/>
            <pc:sldMk cId="1797927048" sldId="259"/>
            <ac:spMk id="15" creationId="{16050A2A-0DEC-0A1B-7E89-E0338C99CB4A}"/>
          </ac:spMkLst>
        </pc:spChg>
        <pc:spChg chg="mod">
          <ac:chgData name="Harry Mills" userId="84b24cd5-b351-43b9-b5be-2fc7ae7b56de" providerId="ADAL" clId="{E322F463-F570-4F8B-8DC5-5552FB1866B0}" dt="2022-11-15T02:23:04.262" v="302" actId="1076"/>
          <ac:spMkLst>
            <pc:docMk/>
            <pc:sldMk cId="1797927048" sldId="259"/>
            <ac:spMk id="26" creationId="{8C7FAC3D-663E-2C69-FF91-3B80B3CFDE39}"/>
          </ac:spMkLst>
        </pc:spChg>
        <pc:spChg chg="del">
          <ac:chgData name="Harry Mills" userId="84b24cd5-b351-43b9-b5be-2fc7ae7b56de" providerId="ADAL" clId="{E322F463-F570-4F8B-8DC5-5552FB1866B0}" dt="2022-11-15T02:24:38.171" v="329" actId="478"/>
          <ac:spMkLst>
            <pc:docMk/>
            <pc:sldMk cId="1797927048" sldId="259"/>
            <ac:spMk id="31" creationId="{2F81CC23-2A11-CB28-3D6E-F278AD92FA9D}"/>
          </ac:spMkLst>
        </pc:spChg>
        <pc:spChg chg="del">
          <ac:chgData name="Harry Mills" userId="84b24cd5-b351-43b9-b5be-2fc7ae7b56de" providerId="ADAL" clId="{E322F463-F570-4F8B-8DC5-5552FB1866B0}" dt="2022-11-15T02:24:37.363" v="328" actId="478"/>
          <ac:spMkLst>
            <pc:docMk/>
            <pc:sldMk cId="1797927048" sldId="259"/>
            <ac:spMk id="34" creationId="{9AF04F0D-EEF4-8289-5C5E-CF4F66E35048}"/>
          </ac:spMkLst>
        </pc:spChg>
        <pc:spChg chg="del mod">
          <ac:chgData name="Harry Mills" userId="84b24cd5-b351-43b9-b5be-2fc7ae7b56de" providerId="ADAL" clId="{E322F463-F570-4F8B-8DC5-5552FB1866B0}" dt="2022-11-15T02:24:10.666" v="322" actId="478"/>
          <ac:spMkLst>
            <pc:docMk/>
            <pc:sldMk cId="1797927048" sldId="259"/>
            <ac:spMk id="35" creationId="{F3ADC1C2-9D61-60BD-5D6B-434D3004C129}"/>
          </ac:spMkLst>
        </pc:spChg>
        <pc:spChg chg="del">
          <ac:chgData name="Harry Mills" userId="84b24cd5-b351-43b9-b5be-2fc7ae7b56de" providerId="ADAL" clId="{E322F463-F570-4F8B-8DC5-5552FB1866B0}" dt="2022-11-15T02:25:01.208" v="336" actId="478"/>
          <ac:spMkLst>
            <pc:docMk/>
            <pc:sldMk cId="1797927048" sldId="259"/>
            <ac:spMk id="37" creationId="{45BBE674-8DEF-6235-F619-11377D737811}"/>
          </ac:spMkLst>
        </pc:spChg>
        <pc:spChg chg="del mod">
          <ac:chgData name="Harry Mills" userId="84b24cd5-b351-43b9-b5be-2fc7ae7b56de" providerId="ADAL" clId="{E322F463-F570-4F8B-8DC5-5552FB1866B0}" dt="2022-11-15T03:20:36.061" v="496" actId="478"/>
          <ac:spMkLst>
            <pc:docMk/>
            <pc:sldMk cId="1797927048" sldId="259"/>
            <ac:spMk id="38" creationId="{F0583E5C-1A11-738F-5493-DA5A613AE738}"/>
          </ac:spMkLst>
        </pc:spChg>
        <pc:spChg chg="mod">
          <ac:chgData name="Harry Mills" userId="84b24cd5-b351-43b9-b5be-2fc7ae7b56de" providerId="ADAL" clId="{E322F463-F570-4F8B-8DC5-5552FB1866B0}" dt="2022-11-15T03:37:07.355" v="554" actId="20577"/>
          <ac:spMkLst>
            <pc:docMk/>
            <pc:sldMk cId="1797927048" sldId="259"/>
            <ac:spMk id="40" creationId="{BEB0816A-51AB-50E9-37AA-0CAB871469BC}"/>
          </ac:spMkLst>
        </pc:spChg>
        <pc:spChg chg="del">
          <ac:chgData name="Harry Mills" userId="84b24cd5-b351-43b9-b5be-2fc7ae7b56de" providerId="ADAL" clId="{E322F463-F570-4F8B-8DC5-5552FB1866B0}" dt="2022-11-15T02:24:40.528" v="331" actId="478"/>
          <ac:spMkLst>
            <pc:docMk/>
            <pc:sldMk cId="1797927048" sldId="259"/>
            <ac:spMk id="41" creationId="{6250C6FD-C2EE-7088-DDC1-76F013CB1D80}"/>
          </ac:spMkLst>
        </pc:spChg>
        <pc:spChg chg="add mod">
          <ac:chgData name="Harry Mills" userId="84b24cd5-b351-43b9-b5be-2fc7ae7b56de" providerId="ADAL" clId="{E322F463-F570-4F8B-8DC5-5552FB1866B0}" dt="2022-11-15T03:20:24.448" v="491" actId="1076"/>
          <ac:spMkLst>
            <pc:docMk/>
            <pc:sldMk cId="1797927048" sldId="259"/>
            <ac:spMk id="57" creationId="{9742452B-610F-9035-CFCC-BDE9BE9C669C}"/>
          </ac:spMkLst>
        </pc:spChg>
        <pc:spChg chg="add del mod">
          <ac:chgData name="Harry Mills" userId="84b24cd5-b351-43b9-b5be-2fc7ae7b56de" providerId="ADAL" clId="{E322F463-F570-4F8B-8DC5-5552FB1866B0}" dt="2022-11-15T03:18:48.262" v="444" actId="478"/>
          <ac:spMkLst>
            <pc:docMk/>
            <pc:sldMk cId="1797927048" sldId="259"/>
            <ac:spMk id="60" creationId="{7B48EC02-68DC-C401-0B49-D2C2C06DC9E7}"/>
          </ac:spMkLst>
        </pc:spChg>
        <pc:spChg chg="add mod">
          <ac:chgData name="Harry Mills" userId="84b24cd5-b351-43b9-b5be-2fc7ae7b56de" providerId="ADAL" clId="{E322F463-F570-4F8B-8DC5-5552FB1866B0}" dt="2022-11-15T03:36:34.099" v="531" actId="20577"/>
          <ac:spMkLst>
            <pc:docMk/>
            <pc:sldMk cId="1797927048" sldId="259"/>
            <ac:spMk id="61" creationId="{64F18409-D4D1-A8A0-29CC-EC29E2894F78}"/>
          </ac:spMkLst>
        </pc:spChg>
        <pc:spChg chg="add del mod">
          <ac:chgData name="Harry Mills" userId="84b24cd5-b351-43b9-b5be-2fc7ae7b56de" providerId="ADAL" clId="{E322F463-F570-4F8B-8DC5-5552FB1866B0}" dt="2022-11-15T03:19:33.805" v="463" actId="478"/>
          <ac:spMkLst>
            <pc:docMk/>
            <pc:sldMk cId="1797927048" sldId="259"/>
            <ac:spMk id="62" creationId="{4F961B19-8734-9CD4-959D-B8CF0DA8E3A1}"/>
          </ac:spMkLst>
        </pc:spChg>
        <pc:spChg chg="add mod">
          <ac:chgData name="Harry Mills" userId="84b24cd5-b351-43b9-b5be-2fc7ae7b56de" providerId="ADAL" clId="{E322F463-F570-4F8B-8DC5-5552FB1866B0}" dt="2022-11-15T03:36:46.770" v="540" actId="20577"/>
          <ac:spMkLst>
            <pc:docMk/>
            <pc:sldMk cId="1797927048" sldId="259"/>
            <ac:spMk id="63" creationId="{E0C386A6-FC3D-FA80-163C-1AF4FA7CCB9B}"/>
          </ac:spMkLst>
        </pc:spChg>
        <pc:spChg chg="add mod ord">
          <ac:chgData name="Harry Mills" userId="84b24cd5-b351-43b9-b5be-2fc7ae7b56de" providerId="ADAL" clId="{E322F463-F570-4F8B-8DC5-5552FB1866B0}" dt="2022-11-15T03:36:58.923" v="550" actId="6549"/>
          <ac:spMkLst>
            <pc:docMk/>
            <pc:sldMk cId="1797927048" sldId="259"/>
            <ac:spMk id="64" creationId="{EF097C1F-4362-E9E1-E1F7-96586A61DDF6}"/>
          </ac:spMkLst>
        </pc:spChg>
        <pc:grpChg chg="mod">
          <ac:chgData name="Harry Mills" userId="84b24cd5-b351-43b9-b5be-2fc7ae7b56de" providerId="ADAL" clId="{E322F463-F570-4F8B-8DC5-5552FB1866B0}" dt="2022-11-15T02:23:19.223" v="307" actId="571"/>
          <ac:grpSpMkLst>
            <pc:docMk/>
            <pc:sldMk cId="1797927048" sldId="259"/>
            <ac:grpSpMk id="6" creationId="{341D9845-8E71-E41E-32A1-A5B0C6454689}"/>
          </ac:grpSpMkLst>
        </pc:grpChg>
        <pc:grpChg chg="mod">
          <ac:chgData name="Harry Mills" userId="84b24cd5-b351-43b9-b5be-2fc7ae7b56de" providerId="ADAL" clId="{E322F463-F570-4F8B-8DC5-5552FB1866B0}" dt="2022-11-15T03:20:27.592" v="493" actId="1076"/>
          <ac:grpSpMkLst>
            <pc:docMk/>
            <pc:sldMk cId="1797927048" sldId="259"/>
            <ac:grpSpMk id="47" creationId="{06A13A2C-6DCC-F29E-99C3-2BF5E2460EF1}"/>
          </ac:grpSpMkLst>
        </pc:grpChg>
        <pc:cxnChg chg="add del mod">
          <ac:chgData name="Harry Mills" userId="84b24cd5-b351-43b9-b5be-2fc7ae7b56de" providerId="ADAL" clId="{E322F463-F570-4F8B-8DC5-5552FB1866B0}" dt="2022-11-15T02:04:54.597" v="280" actId="478"/>
          <ac:cxnSpMkLst>
            <pc:docMk/>
            <pc:sldMk cId="1797927048" sldId="259"/>
            <ac:cxnSpMk id="3" creationId="{F34C0BF2-2B7F-A644-5B66-BF33B2F4D32B}"/>
          </ac:cxnSpMkLst>
        </pc:cxnChg>
        <pc:cxnChg chg="mod">
          <ac:chgData name="Harry Mills" userId="84b24cd5-b351-43b9-b5be-2fc7ae7b56de" providerId="ADAL" clId="{E322F463-F570-4F8B-8DC5-5552FB1866B0}" dt="2022-11-15T02:23:19.223" v="307" actId="571"/>
          <ac:cxnSpMkLst>
            <pc:docMk/>
            <pc:sldMk cId="1797927048" sldId="259"/>
            <ac:cxnSpMk id="4" creationId="{A7B249D7-AD0F-30A2-E12B-8F0C6320547C}"/>
          </ac:cxnSpMkLst>
        </pc:cxnChg>
        <pc:cxnChg chg="mod">
          <ac:chgData name="Harry Mills" userId="84b24cd5-b351-43b9-b5be-2fc7ae7b56de" providerId="ADAL" clId="{E322F463-F570-4F8B-8DC5-5552FB1866B0}" dt="2022-11-15T02:23:53.749" v="316" actId="14100"/>
          <ac:cxnSpMkLst>
            <pc:docMk/>
            <pc:sldMk cId="1797927048" sldId="259"/>
            <ac:cxnSpMk id="5" creationId="{01E31533-6DBF-EB25-5BA3-66A331D555D5}"/>
          </ac:cxnSpMkLst>
        </pc:cxnChg>
        <pc:cxnChg chg="mod">
          <ac:chgData name="Harry Mills" userId="84b24cd5-b351-43b9-b5be-2fc7ae7b56de" providerId="ADAL" clId="{E322F463-F570-4F8B-8DC5-5552FB1866B0}" dt="2022-11-15T03:36:18.505" v="524" actId="14100"/>
          <ac:cxnSpMkLst>
            <pc:docMk/>
            <pc:sldMk cId="1797927048" sldId="259"/>
            <ac:cxnSpMk id="7" creationId="{6636237E-9EE7-2F9F-666A-FAF421EC7CE8}"/>
          </ac:cxnSpMkLst>
        </pc:cxnChg>
        <pc:cxnChg chg="mod">
          <ac:chgData name="Harry Mills" userId="84b24cd5-b351-43b9-b5be-2fc7ae7b56de" providerId="ADAL" clId="{E322F463-F570-4F8B-8DC5-5552FB1866B0}" dt="2022-11-15T02:25:08.470" v="338" actId="14100"/>
          <ac:cxnSpMkLst>
            <pc:docMk/>
            <pc:sldMk cId="1797927048" sldId="259"/>
            <ac:cxnSpMk id="8" creationId="{063FF06B-3626-2E1E-6D9B-52E2F56F0FFB}"/>
          </ac:cxnSpMkLst>
        </pc:cxnChg>
        <pc:cxnChg chg="mod">
          <ac:chgData name="Harry Mills" userId="84b24cd5-b351-43b9-b5be-2fc7ae7b56de" providerId="ADAL" clId="{E322F463-F570-4F8B-8DC5-5552FB1866B0}" dt="2022-11-15T02:23:02.640" v="301" actId="1076"/>
          <ac:cxnSpMkLst>
            <pc:docMk/>
            <pc:sldMk cId="1797927048" sldId="259"/>
            <ac:cxnSpMk id="12" creationId="{FC55CBF8-526A-C2B7-2938-D152EAE544BC}"/>
          </ac:cxnSpMkLst>
        </pc:cxnChg>
        <pc:cxnChg chg="mod">
          <ac:chgData name="Harry Mills" userId="84b24cd5-b351-43b9-b5be-2fc7ae7b56de" providerId="ADAL" clId="{E322F463-F570-4F8B-8DC5-5552FB1866B0}" dt="2022-11-15T02:23:28.928" v="309" actId="1076"/>
          <ac:cxnSpMkLst>
            <pc:docMk/>
            <pc:sldMk cId="1797927048" sldId="259"/>
            <ac:cxnSpMk id="13" creationId="{7297C3BA-D8EB-E418-9C25-A64ED8E32A21}"/>
          </ac:cxnSpMkLst>
        </pc:cxnChg>
        <pc:cxnChg chg="mod">
          <ac:chgData name="Harry Mills" userId="84b24cd5-b351-43b9-b5be-2fc7ae7b56de" providerId="ADAL" clId="{E322F463-F570-4F8B-8DC5-5552FB1866B0}" dt="2022-11-15T02:23:19.223" v="307" actId="571"/>
          <ac:cxnSpMkLst>
            <pc:docMk/>
            <pc:sldMk cId="1797927048" sldId="259"/>
            <ac:cxnSpMk id="21" creationId="{3A57A98C-B58C-D037-F3DA-C49D36A7FAA5}"/>
          </ac:cxnSpMkLst>
        </pc:cxnChg>
        <pc:cxnChg chg="mod">
          <ac:chgData name="Harry Mills" userId="84b24cd5-b351-43b9-b5be-2fc7ae7b56de" providerId="ADAL" clId="{E322F463-F570-4F8B-8DC5-5552FB1866B0}" dt="2022-11-15T02:23:40.962" v="313" actId="1076"/>
          <ac:cxnSpMkLst>
            <pc:docMk/>
            <pc:sldMk cId="1797927048" sldId="259"/>
            <ac:cxnSpMk id="23" creationId="{F77E45EF-E646-AF4F-4C13-FAAC559B483F}"/>
          </ac:cxnSpMkLst>
        </pc:cxnChg>
        <pc:cxnChg chg="mod">
          <ac:chgData name="Harry Mills" userId="84b24cd5-b351-43b9-b5be-2fc7ae7b56de" providerId="ADAL" clId="{E322F463-F570-4F8B-8DC5-5552FB1866B0}" dt="2022-11-15T03:21:23.613" v="505" actId="1076"/>
          <ac:cxnSpMkLst>
            <pc:docMk/>
            <pc:sldMk cId="1797927048" sldId="259"/>
            <ac:cxnSpMk id="24" creationId="{F51B75C5-3452-7613-3C64-1FAFC91E9E7C}"/>
          </ac:cxnSpMkLst>
        </pc:cxnChg>
        <pc:cxnChg chg="mod">
          <ac:chgData name="Harry Mills" userId="84b24cd5-b351-43b9-b5be-2fc7ae7b56de" providerId="ADAL" clId="{E322F463-F570-4F8B-8DC5-5552FB1866B0}" dt="2022-11-15T02:23:57.686" v="317" actId="1076"/>
          <ac:cxnSpMkLst>
            <pc:docMk/>
            <pc:sldMk cId="1797927048" sldId="259"/>
            <ac:cxnSpMk id="25" creationId="{C496E0D2-C91B-5FAF-2DB3-06132CD97649}"/>
          </ac:cxnSpMkLst>
        </pc:cxnChg>
        <pc:cxnChg chg="mod">
          <ac:chgData name="Harry Mills" userId="84b24cd5-b351-43b9-b5be-2fc7ae7b56de" providerId="ADAL" clId="{E322F463-F570-4F8B-8DC5-5552FB1866B0}" dt="2022-11-15T03:36:06.228" v="520" actId="14100"/>
          <ac:cxnSpMkLst>
            <pc:docMk/>
            <pc:sldMk cId="1797927048" sldId="259"/>
            <ac:cxnSpMk id="32" creationId="{5B6577D7-140E-93F1-4280-44733F9F46F0}"/>
          </ac:cxnSpMkLst>
        </pc:cxnChg>
        <pc:cxnChg chg="mod">
          <ac:chgData name="Harry Mills" userId="84b24cd5-b351-43b9-b5be-2fc7ae7b56de" providerId="ADAL" clId="{E322F463-F570-4F8B-8DC5-5552FB1866B0}" dt="2022-11-15T02:23:19.223" v="307" actId="571"/>
          <ac:cxnSpMkLst>
            <pc:docMk/>
            <pc:sldMk cId="1797927048" sldId="259"/>
            <ac:cxnSpMk id="33" creationId="{9843C56F-F467-93AB-35AD-4366318CACD8}"/>
          </ac:cxnSpMkLst>
        </pc:cxnChg>
        <pc:cxnChg chg="mod">
          <ac:chgData name="Harry Mills" userId="84b24cd5-b351-43b9-b5be-2fc7ae7b56de" providerId="ADAL" clId="{E322F463-F570-4F8B-8DC5-5552FB1866B0}" dt="2022-11-15T02:23:19.223" v="307" actId="571"/>
          <ac:cxnSpMkLst>
            <pc:docMk/>
            <pc:sldMk cId="1797927048" sldId="259"/>
            <ac:cxnSpMk id="36" creationId="{428B8ACC-D507-7948-B547-197F25719219}"/>
          </ac:cxnSpMkLst>
        </pc:cxnChg>
        <pc:cxnChg chg="del mod">
          <ac:chgData name="Harry Mills" userId="84b24cd5-b351-43b9-b5be-2fc7ae7b56de" providerId="ADAL" clId="{E322F463-F570-4F8B-8DC5-5552FB1866B0}" dt="2022-11-15T02:22:57.427" v="300" actId="478"/>
          <ac:cxnSpMkLst>
            <pc:docMk/>
            <pc:sldMk cId="1797927048" sldId="259"/>
            <ac:cxnSpMk id="39" creationId="{BBD6D92E-B832-BD00-D5FC-BDA7377586F2}"/>
          </ac:cxnSpMkLst>
        </pc:cxnChg>
        <pc:cxnChg chg="mod">
          <ac:chgData name="Harry Mills" userId="84b24cd5-b351-43b9-b5be-2fc7ae7b56de" providerId="ADAL" clId="{E322F463-F570-4F8B-8DC5-5552FB1866B0}" dt="2022-11-15T02:23:35.603" v="311" actId="1076"/>
          <ac:cxnSpMkLst>
            <pc:docMk/>
            <pc:sldMk cId="1797927048" sldId="259"/>
            <ac:cxnSpMk id="42" creationId="{DBB6C450-D177-611D-3C95-5124E9417ECA}"/>
          </ac:cxnSpMkLst>
        </pc:cxnChg>
        <pc:cxnChg chg="mod">
          <ac:chgData name="Harry Mills" userId="84b24cd5-b351-43b9-b5be-2fc7ae7b56de" providerId="ADAL" clId="{E322F463-F570-4F8B-8DC5-5552FB1866B0}" dt="2022-11-15T02:23:38.757" v="312" actId="1076"/>
          <ac:cxnSpMkLst>
            <pc:docMk/>
            <pc:sldMk cId="1797927048" sldId="259"/>
            <ac:cxnSpMk id="43" creationId="{CA3FE066-F15D-5429-1EC1-C4D8D093278F}"/>
          </ac:cxnSpMkLst>
        </pc:cxnChg>
        <pc:cxnChg chg="add mod ord">
          <ac:chgData name="Harry Mills" userId="84b24cd5-b351-43b9-b5be-2fc7ae7b56de" providerId="ADAL" clId="{E322F463-F570-4F8B-8DC5-5552FB1866B0}" dt="2022-11-15T03:36:20.821" v="525" actId="14100"/>
          <ac:cxnSpMkLst>
            <pc:docMk/>
            <pc:sldMk cId="1797927048" sldId="259"/>
            <ac:cxnSpMk id="48" creationId="{F98CBB4D-E515-BAB4-8EDD-80AC8E16EFB8}"/>
          </ac:cxnSpMkLst>
        </pc:cxnChg>
        <pc:cxnChg chg="add mod">
          <ac:chgData name="Harry Mills" userId="84b24cd5-b351-43b9-b5be-2fc7ae7b56de" providerId="ADAL" clId="{E322F463-F570-4F8B-8DC5-5552FB1866B0}" dt="2022-11-15T03:36:15.086" v="523" actId="1076"/>
          <ac:cxnSpMkLst>
            <pc:docMk/>
            <pc:sldMk cId="1797927048" sldId="259"/>
            <ac:cxnSpMk id="52" creationId="{F94EC81D-1DB7-0B32-E15A-395E6445722B}"/>
          </ac:cxnSpMkLst>
        </pc:cxnChg>
        <pc:cxnChg chg="add mod">
          <ac:chgData name="Harry Mills" userId="84b24cd5-b351-43b9-b5be-2fc7ae7b56de" providerId="ADAL" clId="{E322F463-F570-4F8B-8DC5-5552FB1866B0}" dt="2022-11-15T03:36:09.676" v="521" actId="14100"/>
          <ac:cxnSpMkLst>
            <pc:docMk/>
            <pc:sldMk cId="1797927048" sldId="259"/>
            <ac:cxnSpMk id="53" creationId="{2608B850-9B0C-B05F-2B7F-5A583B1CA1ED}"/>
          </ac:cxnSpMkLst>
        </pc:cxnChg>
        <pc:cxnChg chg="add mod">
          <ac:chgData name="Harry Mills" userId="84b24cd5-b351-43b9-b5be-2fc7ae7b56de" providerId="ADAL" clId="{E322F463-F570-4F8B-8DC5-5552FB1866B0}" dt="2022-11-15T03:36:25.531" v="526" actId="14100"/>
          <ac:cxnSpMkLst>
            <pc:docMk/>
            <pc:sldMk cId="1797927048" sldId="259"/>
            <ac:cxnSpMk id="55" creationId="{D9308B9B-5B2C-284E-37B3-C46F7B24D31B}"/>
          </ac:cxnSpMkLst>
        </pc:cxnChg>
      </pc:sldChg>
      <pc:sldChg chg="addSp delSp modSp add mod">
        <pc:chgData name="Harry Mills" userId="84b24cd5-b351-43b9-b5be-2fc7ae7b56de" providerId="ADAL" clId="{E322F463-F570-4F8B-8DC5-5552FB1866B0}" dt="2022-11-15T03:29:34.491" v="518" actId="20577"/>
        <pc:sldMkLst>
          <pc:docMk/>
          <pc:sldMk cId="865461087" sldId="260"/>
        </pc:sldMkLst>
        <pc:spChg chg="mod">
          <ac:chgData name="Harry Mills" userId="84b24cd5-b351-43b9-b5be-2fc7ae7b56de" providerId="ADAL" clId="{E322F463-F570-4F8B-8DC5-5552FB1866B0}" dt="2022-11-15T03:06:00.227" v="430" actId="1076"/>
          <ac:spMkLst>
            <pc:docMk/>
            <pc:sldMk cId="865461087" sldId="260"/>
            <ac:spMk id="9" creationId="{E98C33B3-83D8-69DC-4925-79E1C6FB0B9A}"/>
          </ac:spMkLst>
        </pc:spChg>
        <pc:spChg chg="add mod">
          <ac:chgData name="Harry Mills" userId="84b24cd5-b351-43b9-b5be-2fc7ae7b56de" providerId="ADAL" clId="{E322F463-F570-4F8B-8DC5-5552FB1866B0}" dt="2022-11-15T03:29:08.202" v="510" actId="20577"/>
          <ac:spMkLst>
            <pc:docMk/>
            <pc:sldMk cId="865461087" sldId="260"/>
            <ac:spMk id="10" creationId="{36422492-CF17-3A3D-4843-89105649D768}"/>
          </ac:spMkLst>
        </pc:spChg>
        <pc:spChg chg="add mod">
          <ac:chgData name="Harry Mills" userId="84b24cd5-b351-43b9-b5be-2fc7ae7b56de" providerId="ADAL" clId="{E322F463-F570-4F8B-8DC5-5552FB1866B0}" dt="2022-11-15T03:29:10.323" v="512" actId="20577"/>
          <ac:spMkLst>
            <pc:docMk/>
            <pc:sldMk cId="865461087" sldId="260"/>
            <ac:spMk id="11" creationId="{6CD19262-7188-A2A2-48BF-CABAC623871D}"/>
          </ac:spMkLst>
        </pc:spChg>
        <pc:spChg chg="mod">
          <ac:chgData name="Harry Mills" userId="84b24cd5-b351-43b9-b5be-2fc7ae7b56de" providerId="ADAL" clId="{E322F463-F570-4F8B-8DC5-5552FB1866B0}" dt="2022-11-15T03:06:05.897" v="432" actId="1076"/>
          <ac:spMkLst>
            <pc:docMk/>
            <pc:sldMk cId="865461087" sldId="260"/>
            <ac:spMk id="14" creationId="{940D8892-B1AA-1211-E047-4DE479E8074E}"/>
          </ac:spMkLst>
        </pc:spChg>
        <pc:spChg chg="mod">
          <ac:chgData name="Harry Mills" userId="84b24cd5-b351-43b9-b5be-2fc7ae7b56de" providerId="ADAL" clId="{E322F463-F570-4F8B-8DC5-5552FB1866B0}" dt="2022-11-15T03:29:12.802" v="514" actId="20577"/>
          <ac:spMkLst>
            <pc:docMk/>
            <pc:sldMk cId="865461087" sldId="260"/>
            <ac:spMk id="26" creationId="{8C7FAC3D-663E-2C69-FF91-3B80B3CFDE39}"/>
          </ac:spMkLst>
        </pc:spChg>
        <pc:spChg chg="del">
          <ac:chgData name="Harry Mills" userId="84b24cd5-b351-43b9-b5be-2fc7ae7b56de" providerId="ADAL" clId="{E322F463-F570-4F8B-8DC5-5552FB1866B0}" dt="2022-11-15T03:05:04.494" v="416" actId="478"/>
          <ac:spMkLst>
            <pc:docMk/>
            <pc:sldMk cId="865461087" sldId="260"/>
            <ac:spMk id="40" creationId="{BEB0816A-51AB-50E9-37AA-0CAB871469BC}"/>
          </ac:spMkLst>
        </pc:spChg>
        <pc:spChg chg="del">
          <ac:chgData name="Harry Mills" userId="84b24cd5-b351-43b9-b5be-2fc7ae7b56de" providerId="ADAL" clId="{E322F463-F570-4F8B-8DC5-5552FB1866B0}" dt="2022-11-15T03:05:02.759" v="415" actId="478"/>
          <ac:spMkLst>
            <pc:docMk/>
            <pc:sldMk cId="865461087" sldId="260"/>
            <ac:spMk id="57" creationId="{9742452B-610F-9035-CFCC-BDE9BE9C669C}"/>
          </ac:spMkLst>
        </pc:spChg>
        <pc:spChg chg="mod">
          <ac:chgData name="Harry Mills" userId="84b24cd5-b351-43b9-b5be-2fc7ae7b56de" providerId="ADAL" clId="{E322F463-F570-4F8B-8DC5-5552FB1866B0}" dt="2022-11-15T03:29:34.491" v="518" actId="20577"/>
          <ac:spMkLst>
            <pc:docMk/>
            <pc:sldMk cId="865461087" sldId="260"/>
            <ac:spMk id="60" creationId="{7B48EC02-68DC-C401-0B49-D2C2C06DC9E7}"/>
          </ac:spMkLst>
        </pc:spChg>
        <pc:spChg chg="mod">
          <ac:chgData name="Harry Mills" userId="84b24cd5-b351-43b9-b5be-2fc7ae7b56de" providerId="ADAL" clId="{E322F463-F570-4F8B-8DC5-5552FB1866B0}" dt="2022-11-15T03:04:38.947" v="409" actId="1076"/>
          <ac:spMkLst>
            <pc:docMk/>
            <pc:sldMk cId="865461087" sldId="260"/>
            <ac:spMk id="61" creationId="{64F18409-D4D1-A8A0-29CC-EC29E2894F78}"/>
          </ac:spMkLst>
        </pc:spChg>
        <pc:spChg chg="mod">
          <ac:chgData name="Harry Mills" userId="84b24cd5-b351-43b9-b5be-2fc7ae7b56de" providerId="ADAL" clId="{E322F463-F570-4F8B-8DC5-5552FB1866B0}" dt="2022-11-15T03:29:28.906" v="516" actId="20577"/>
          <ac:spMkLst>
            <pc:docMk/>
            <pc:sldMk cId="865461087" sldId="260"/>
            <ac:spMk id="62" creationId="{4F961B19-8734-9CD4-959D-B8CF0DA8E3A1}"/>
          </ac:spMkLst>
        </pc:spChg>
        <pc:grpChg chg="mod">
          <ac:chgData name="Harry Mills" userId="84b24cd5-b351-43b9-b5be-2fc7ae7b56de" providerId="ADAL" clId="{E322F463-F570-4F8B-8DC5-5552FB1866B0}" dt="2022-11-15T03:05:51.099" v="428" actId="1076"/>
          <ac:grpSpMkLst>
            <pc:docMk/>
            <pc:sldMk cId="865461087" sldId="260"/>
            <ac:grpSpMk id="47" creationId="{06A13A2C-6DCC-F29E-99C3-2BF5E2460EF1}"/>
          </ac:grpSpMkLst>
        </pc:grpChg>
        <pc:cxnChg chg="add mod">
          <ac:chgData name="Harry Mills" userId="84b24cd5-b351-43b9-b5be-2fc7ae7b56de" providerId="ADAL" clId="{E322F463-F570-4F8B-8DC5-5552FB1866B0}" dt="2022-11-15T03:02:56.677" v="380" actId="14100"/>
          <ac:cxnSpMkLst>
            <pc:docMk/>
            <pc:sldMk cId="865461087" sldId="260"/>
            <ac:cxnSpMk id="2" creationId="{534508EE-AA99-158F-4477-CEEF21A1C507}"/>
          </ac:cxnSpMkLst>
        </pc:cxnChg>
        <pc:cxnChg chg="mod">
          <ac:chgData name="Harry Mills" userId="84b24cd5-b351-43b9-b5be-2fc7ae7b56de" providerId="ADAL" clId="{E322F463-F570-4F8B-8DC5-5552FB1866B0}" dt="2022-11-15T03:05:20.533" v="419" actId="1076"/>
          <ac:cxnSpMkLst>
            <pc:docMk/>
            <pc:sldMk cId="865461087" sldId="260"/>
            <ac:cxnSpMk id="4" creationId="{A7B249D7-AD0F-30A2-E12B-8F0C6320547C}"/>
          </ac:cxnSpMkLst>
        </pc:cxnChg>
        <pc:cxnChg chg="mod">
          <ac:chgData name="Harry Mills" userId="84b24cd5-b351-43b9-b5be-2fc7ae7b56de" providerId="ADAL" clId="{E322F463-F570-4F8B-8DC5-5552FB1866B0}" dt="2022-11-15T03:06:11.782" v="433" actId="14100"/>
          <ac:cxnSpMkLst>
            <pc:docMk/>
            <pc:sldMk cId="865461087" sldId="260"/>
            <ac:cxnSpMk id="5" creationId="{01E31533-6DBF-EB25-5BA3-66A331D555D5}"/>
          </ac:cxnSpMkLst>
        </pc:cxnChg>
        <pc:cxnChg chg="mod">
          <ac:chgData name="Harry Mills" userId="84b24cd5-b351-43b9-b5be-2fc7ae7b56de" providerId="ADAL" clId="{E322F463-F570-4F8B-8DC5-5552FB1866B0}" dt="2022-11-15T03:05:58.050" v="429" actId="14100"/>
          <ac:cxnSpMkLst>
            <pc:docMk/>
            <pc:sldMk cId="865461087" sldId="260"/>
            <ac:cxnSpMk id="8" creationId="{063FF06B-3626-2E1E-6D9B-52E2F56F0FFB}"/>
          </ac:cxnSpMkLst>
        </pc:cxnChg>
        <pc:cxnChg chg="mod">
          <ac:chgData name="Harry Mills" userId="84b24cd5-b351-43b9-b5be-2fc7ae7b56de" providerId="ADAL" clId="{E322F463-F570-4F8B-8DC5-5552FB1866B0}" dt="2022-11-15T03:03:02.171" v="382" actId="14100"/>
          <ac:cxnSpMkLst>
            <pc:docMk/>
            <pc:sldMk cId="865461087" sldId="260"/>
            <ac:cxnSpMk id="12" creationId="{FC55CBF8-526A-C2B7-2938-D152EAE544BC}"/>
          </ac:cxnSpMkLst>
        </pc:cxnChg>
        <pc:cxnChg chg="add mod">
          <ac:chgData name="Harry Mills" userId="84b24cd5-b351-43b9-b5be-2fc7ae7b56de" providerId="ADAL" clId="{E322F463-F570-4F8B-8DC5-5552FB1866B0}" dt="2022-11-15T03:03:30.025" v="387" actId="14100"/>
          <ac:cxnSpMkLst>
            <pc:docMk/>
            <pc:sldMk cId="865461087" sldId="260"/>
            <ac:cxnSpMk id="19" creationId="{407CEE0B-0743-477E-3584-F251D953C1AE}"/>
          </ac:cxnSpMkLst>
        </pc:cxnChg>
        <pc:cxnChg chg="mod">
          <ac:chgData name="Harry Mills" userId="84b24cd5-b351-43b9-b5be-2fc7ae7b56de" providerId="ADAL" clId="{E322F463-F570-4F8B-8DC5-5552FB1866B0}" dt="2022-11-15T03:05:27.938" v="422" actId="14100"/>
          <ac:cxnSpMkLst>
            <pc:docMk/>
            <pc:sldMk cId="865461087" sldId="260"/>
            <ac:cxnSpMk id="21" creationId="{3A57A98C-B58C-D037-F3DA-C49D36A7FAA5}"/>
          </ac:cxnSpMkLst>
        </pc:cxnChg>
        <pc:cxnChg chg="del">
          <ac:chgData name="Harry Mills" userId="84b24cd5-b351-43b9-b5be-2fc7ae7b56de" providerId="ADAL" clId="{E322F463-F570-4F8B-8DC5-5552FB1866B0}" dt="2022-11-15T03:06:13.367" v="434" actId="478"/>
          <ac:cxnSpMkLst>
            <pc:docMk/>
            <pc:sldMk cId="865461087" sldId="260"/>
            <ac:cxnSpMk id="25" creationId="{C496E0D2-C91B-5FAF-2DB3-06132CD97649}"/>
          </ac:cxnSpMkLst>
        </pc:cxnChg>
        <pc:cxnChg chg="add mod">
          <ac:chgData name="Harry Mills" userId="84b24cd5-b351-43b9-b5be-2fc7ae7b56de" providerId="ADAL" clId="{E322F463-F570-4F8B-8DC5-5552FB1866B0}" dt="2022-11-15T03:03:51.488" v="393" actId="14100"/>
          <ac:cxnSpMkLst>
            <pc:docMk/>
            <pc:sldMk cId="865461087" sldId="260"/>
            <ac:cxnSpMk id="28" creationId="{827CE14B-12A0-F0A4-5914-D4EC1DFA9284}"/>
          </ac:cxnSpMkLst>
        </pc:cxnChg>
        <pc:cxnChg chg="add mod">
          <ac:chgData name="Harry Mills" userId="84b24cd5-b351-43b9-b5be-2fc7ae7b56de" providerId="ADAL" clId="{E322F463-F570-4F8B-8DC5-5552FB1866B0}" dt="2022-11-15T03:04:03.705" v="396" actId="14100"/>
          <ac:cxnSpMkLst>
            <pc:docMk/>
            <pc:sldMk cId="865461087" sldId="260"/>
            <ac:cxnSpMk id="37" creationId="{D21A9590-06B2-8AFC-A965-F1D61886B605}"/>
          </ac:cxnSpMkLst>
        </pc:cxnChg>
        <pc:cxnChg chg="add mod">
          <ac:chgData name="Harry Mills" userId="84b24cd5-b351-43b9-b5be-2fc7ae7b56de" providerId="ADAL" clId="{E322F463-F570-4F8B-8DC5-5552FB1866B0}" dt="2022-11-15T03:04:18.845" v="401" actId="14100"/>
          <ac:cxnSpMkLst>
            <pc:docMk/>
            <pc:sldMk cId="865461087" sldId="260"/>
            <ac:cxnSpMk id="41" creationId="{353C10F5-2F28-C00E-8EC4-3ED569FB5795}"/>
          </ac:cxnSpMkLst>
        </pc:cxnChg>
        <pc:cxnChg chg="del">
          <ac:chgData name="Harry Mills" userId="84b24cd5-b351-43b9-b5be-2fc7ae7b56de" providerId="ADAL" clId="{E322F463-F570-4F8B-8DC5-5552FB1866B0}" dt="2022-11-15T03:05:35.383" v="426" actId="478"/>
          <ac:cxnSpMkLst>
            <pc:docMk/>
            <pc:sldMk cId="865461087" sldId="260"/>
            <ac:cxnSpMk id="42" creationId="{DBB6C450-D177-611D-3C95-5124E9417ECA}"/>
          </ac:cxnSpMkLst>
        </pc:cxnChg>
        <pc:cxnChg chg="mod">
          <ac:chgData name="Harry Mills" userId="84b24cd5-b351-43b9-b5be-2fc7ae7b56de" providerId="ADAL" clId="{E322F463-F570-4F8B-8DC5-5552FB1866B0}" dt="2022-11-15T03:06:27.311" v="438" actId="14100"/>
          <ac:cxnSpMkLst>
            <pc:docMk/>
            <pc:sldMk cId="865461087" sldId="260"/>
            <ac:cxnSpMk id="48" creationId="{F98CBB4D-E515-BAB4-8EDD-80AC8E16EFB8}"/>
          </ac:cxnSpMkLst>
        </pc:cxnChg>
        <pc:cxnChg chg="mod ord">
          <ac:chgData name="Harry Mills" userId="84b24cd5-b351-43b9-b5be-2fc7ae7b56de" providerId="ADAL" clId="{E322F463-F570-4F8B-8DC5-5552FB1866B0}" dt="2022-11-15T03:06:30.935" v="439" actId="167"/>
          <ac:cxnSpMkLst>
            <pc:docMk/>
            <pc:sldMk cId="865461087" sldId="260"/>
            <ac:cxnSpMk id="52" creationId="{F94EC81D-1DB7-0B32-E15A-395E6445722B}"/>
          </ac:cxnSpMkLst>
        </pc:cxnChg>
        <pc:cxnChg chg="del">
          <ac:chgData name="Harry Mills" userId="84b24cd5-b351-43b9-b5be-2fc7ae7b56de" providerId="ADAL" clId="{E322F463-F570-4F8B-8DC5-5552FB1866B0}" dt="2022-11-15T03:06:21.959" v="437" actId="478"/>
          <ac:cxnSpMkLst>
            <pc:docMk/>
            <pc:sldMk cId="865461087" sldId="260"/>
            <ac:cxnSpMk id="53" creationId="{2608B850-9B0C-B05F-2B7F-5A583B1CA1ED}"/>
          </ac:cxnSpMkLst>
        </pc:cxnChg>
        <pc:cxnChg chg="del">
          <ac:chgData name="Harry Mills" userId="84b24cd5-b351-43b9-b5be-2fc7ae7b56de" providerId="ADAL" clId="{E322F463-F570-4F8B-8DC5-5552FB1866B0}" dt="2022-11-15T03:06:33.902" v="440" actId="478"/>
          <ac:cxnSpMkLst>
            <pc:docMk/>
            <pc:sldMk cId="865461087" sldId="260"/>
            <ac:cxnSpMk id="55" creationId="{D9308B9B-5B2C-284E-37B3-C46F7B24D31B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10CAF-C0DC-D73A-13A3-C1E9CAD28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B9AC97-5EDB-35D3-5D34-4FABB239F1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F18BA-3BC3-FECB-04D7-E81244A8A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8B9B8-6735-49AE-B3D0-525B107259CB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0BAB3-A359-2340-A394-E2E5646DE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85A1E-C300-7A6E-17A9-B2BA0CE99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00D7-EAD9-4BCC-AD05-3C93EDEBDD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6801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A2D71-3299-530C-C43B-7126F41F3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F3FC0-2B29-8D61-F510-7A086CA2D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D44E1-C059-ED7C-F1E8-9C621936B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8B9B8-6735-49AE-B3D0-525B107259CB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207CF-8974-884D-22DE-33ACBBC05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93D8D8-8C0E-E13C-1CA4-BE5EC7FA2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00D7-EAD9-4BCC-AD05-3C93EDEBDD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231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20DF0-6E52-E388-50A5-FEEE061FD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B8BE2-BF63-5F75-8421-B98AEC03C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9AE98-4E26-96FA-DA68-8F6A4C19B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8B9B8-6735-49AE-B3D0-525B107259CB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62A46-558C-A428-1681-D08252D7F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BB2A5-BD39-6CB0-A90E-BBC4CD348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00D7-EAD9-4BCC-AD05-3C93EDEBDD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2155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95B1B-7364-B6A7-4C28-25D7BF628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2FFA7-BA24-798C-251C-DE050A86CD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A54EAB-18F8-5603-1503-020E0A6E3C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9DD7FC-B306-C933-A76B-835E9AD98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8B9B8-6735-49AE-B3D0-525B107259CB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34BA8D-15E3-1AA4-B86F-F3F15B9AB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42FC89-6538-4EDC-F860-BAF0EF1CD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00D7-EAD9-4BCC-AD05-3C93EDEBDD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3643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FD342-FB31-EDCA-B56A-761B4C3D9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3DC64-CC34-2BED-106F-F900F1870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60DBCE-48CA-F4F0-814E-475BEEB128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F9A35D-6C78-BF38-4499-8ABD6E1923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3E636B-0010-5191-A42A-66CEA6307D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A4BFB6-26F4-13F5-0DE9-995BB30E5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8B9B8-6735-49AE-B3D0-525B107259CB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C2AF95-6ECE-7DCE-9C92-DCD1291E6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A01854-D9B6-5145-FB62-2478A03ED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00D7-EAD9-4BCC-AD05-3C93EDEBDD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3436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5525A-686F-992F-07C4-51C40A13E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A4C53C-0FA7-6A21-FDF0-C49D2E6B4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8B9B8-6735-49AE-B3D0-525B107259CB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24B5F2-61AD-1519-4360-D9681626F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A92AD9-784A-027D-6ADD-404B0FE68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00D7-EAD9-4BCC-AD05-3C93EDEBDD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2124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CBBF73-C1A0-2B9D-86D3-11B32B51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8B9B8-6735-49AE-B3D0-525B107259CB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A94353-1F51-A8C0-B456-5FB20EF29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E888A9-4377-F9D8-4806-7BDD8F9E0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00D7-EAD9-4BCC-AD05-3C93EDEBDD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3286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C89B7-D60A-9D72-3FE7-D4246F817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C49C6-629C-3DBB-DE36-C70CED90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5A6FA7-697D-7CBD-23D4-336DDA9514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78D89E-4AFC-31E4-3EC4-F89D4566B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8B9B8-6735-49AE-B3D0-525B107259CB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163E52-7DCD-324D-7788-E3479E97D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915F3B-BC1B-C8B4-80FF-877C387D8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00D7-EAD9-4BCC-AD05-3C93EDEBDD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6919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52883-A2E4-A34C-1373-F999861A6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94F518-DAC6-4928-2BC0-6D029C287C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FB4055-128D-8213-6CAF-814D76E0EA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59533-B4E9-B1A9-6ABC-0B1FB677A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8B9B8-6735-49AE-B3D0-525B107259CB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0E2CC5-8893-6956-C818-99A212E52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E6F2E1-D037-3C06-9C19-0E7E0B4E8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00D7-EAD9-4BCC-AD05-3C93EDEBDD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2965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6EFD0-CD1C-B6C2-F09D-07650C9FD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2DDF1-0C8F-A989-E2E7-76056C1433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30053-768A-613C-0B80-6C4257D61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8B9B8-6735-49AE-B3D0-525B107259CB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22A49-8AB6-105C-D561-E6C6ED6AB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AB6CE-FDC5-9090-622E-0B6A89749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00D7-EAD9-4BCC-AD05-3C93EDEBDD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4648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458675-8384-7093-930A-8D7F30E051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BA32E8-BCF3-087C-550D-AE84411482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2221B-0528-CF3F-F363-3E88E7555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8B9B8-6735-49AE-B3D0-525B107259CB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004F5-99C8-CFBA-191B-D93356D32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58118-4391-4382-4B81-9C2E79499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00D7-EAD9-4BCC-AD05-3C93EDEBDD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2042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2EED2B-C1AF-2E41-A511-79D58F353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303F5-CDD8-816A-2DA2-C39C79BEE5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DF3DA-CE1B-48CD-D8E5-89556622C3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8B9B8-6735-49AE-B3D0-525B107259CB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0C9DA-CA7B-4773-F7DA-3770551578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1C44E-E2E4-3644-961F-523F521E8D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0100D7-EAD9-4BCC-AD05-3C93EDEBDD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2219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06A13A2C-6DCC-F29E-99C3-2BF5E2460EF1}"/>
              </a:ext>
            </a:extLst>
          </p:cNvPr>
          <p:cNvGrpSpPr/>
          <p:nvPr/>
        </p:nvGrpSpPr>
        <p:grpSpPr>
          <a:xfrm>
            <a:off x="2959377" y="2733150"/>
            <a:ext cx="5466978" cy="3148254"/>
            <a:chOff x="2959377" y="2733150"/>
            <a:chExt cx="5466978" cy="3148254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843C56F-F467-93AB-35AD-4366318CAC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3845" y="3429000"/>
              <a:ext cx="0" cy="1782408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297C3BA-D8EB-E418-9C25-A64ED8E32A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67794" y="3429000"/>
              <a:ext cx="0" cy="1782408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B6577D7-140E-93F1-4280-44733F9F46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15585" y="3432205"/>
              <a:ext cx="534962" cy="180484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41D9845-8E71-E41E-32A1-A5B0C6454689}"/>
                </a:ext>
              </a:extLst>
            </p:cNvPr>
            <p:cNvGrpSpPr/>
            <p:nvPr/>
          </p:nvGrpSpPr>
          <p:grpSpPr>
            <a:xfrm>
              <a:off x="3715585" y="2733150"/>
              <a:ext cx="4659271" cy="2478258"/>
              <a:chOff x="3584989" y="2733150"/>
              <a:chExt cx="2302913" cy="1224915"/>
            </a:xfrm>
          </p:grpSpPr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A7B249D7-AD0F-30A2-E12B-8F0C632054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84989" y="2733150"/>
                <a:ext cx="0" cy="122491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01E31533-6DBF-EB25-5BA3-66A331D555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84989" y="3958065"/>
                <a:ext cx="2302913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63FF06B-3626-2E1E-6D9B-52E2F56F0FFB}"/>
                </a:ext>
              </a:extLst>
            </p:cNvPr>
            <p:cNvCxnSpPr>
              <a:cxnSpLocks/>
            </p:cNvCxnSpPr>
            <p:nvPr/>
          </p:nvCxnSpPr>
          <p:spPr>
            <a:xfrm>
              <a:off x="3715586" y="3429000"/>
              <a:ext cx="4587201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98C33B3-83D8-69DC-4925-79E1C6FB0B9A}"/>
                </a:ext>
              </a:extLst>
            </p:cNvPr>
            <p:cNvSpPr txBox="1"/>
            <p:nvPr/>
          </p:nvSpPr>
          <p:spPr>
            <a:xfrm>
              <a:off x="3411950" y="3244334"/>
              <a:ext cx="2471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1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0B0C3A0-AD11-44F0-3C07-01AE452D6845}"/>
                </a:ext>
              </a:extLst>
            </p:cNvPr>
            <p:cNvSpPr txBox="1"/>
            <p:nvPr/>
          </p:nvSpPr>
          <p:spPr>
            <a:xfrm>
              <a:off x="3442459" y="5211408"/>
              <a:ext cx="2471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0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40D8892-B1AA-1211-E047-4DE479E8074E}"/>
                </a:ext>
              </a:extLst>
            </p:cNvPr>
            <p:cNvSpPr txBox="1"/>
            <p:nvPr/>
          </p:nvSpPr>
          <p:spPr>
            <a:xfrm rot="16200000">
              <a:off x="1952643" y="3835342"/>
              <a:ext cx="2382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Belt velocity / ms</a:t>
              </a:r>
              <a:r>
                <a:rPr lang="en-GB" baseline="30000" dirty="0"/>
                <a:t>-1</a:t>
              </a:r>
              <a:endParaRPr lang="en-GB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6050A2A-0DEC-0A1B-7E89-E0338C99CB4A}"/>
                </a:ext>
              </a:extLst>
            </p:cNvPr>
            <p:cNvSpPr txBox="1"/>
            <p:nvPr/>
          </p:nvSpPr>
          <p:spPr>
            <a:xfrm>
              <a:off x="4768971" y="5512072"/>
              <a:ext cx="2382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Time / s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FE26979-31DC-F80D-EC0C-F6AA9F141316}"/>
                </a:ext>
              </a:extLst>
            </p:cNvPr>
            <p:cNvSpPr txBox="1"/>
            <p:nvPr/>
          </p:nvSpPr>
          <p:spPr>
            <a:xfrm>
              <a:off x="4626649" y="5211408"/>
              <a:ext cx="2471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1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AF04F22-3E55-84D4-1D04-C3E61797D4AA}"/>
                </a:ext>
              </a:extLst>
            </p:cNvPr>
            <p:cNvSpPr txBox="1"/>
            <p:nvPr/>
          </p:nvSpPr>
          <p:spPr>
            <a:xfrm>
              <a:off x="5810839" y="5211408"/>
              <a:ext cx="2471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A1DC391-E38B-0C13-75D4-C62C8ABB7674}"/>
                </a:ext>
              </a:extLst>
            </p:cNvPr>
            <p:cNvSpPr txBox="1"/>
            <p:nvPr/>
          </p:nvSpPr>
          <p:spPr>
            <a:xfrm>
              <a:off x="6995029" y="5211408"/>
              <a:ext cx="2471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3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3B24B02-167E-9EB6-6723-5238A9074FDA}"/>
                </a:ext>
              </a:extLst>
            </p:cNvPr>
            <p:cNvSpPr txBox="1"/>
            <p:nvPr/>
          </p:nvSpPr>
          <p:spPr>
            <a:xfrm>
              <a:off x="8179219" y="5189183"/>
              <a:ext cx="2471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4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A57A98C-B58C-D037-F3DA-C49D36A7FAA5}"/>
                </a:ext>
              </a:extLst>
            </p:cNvPr>
            <p:cNvCxnSpPr/>
            <p:nvPr/>
          </p:nvCxnSpPr>
          <p:spPr>
            <a:xfrm>
              <a:off x="3715585" y="5211408"/>
              <a:ext cx="0" cy="5591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9A0E018-A958-548A-885D-CA9B041E9FB8}"/>
                </a:ext>
              </a:extLst>
            </p:cNvPr>
            <p:cNvCxnSpPr/>
            <p:nvPr/>
          </p:nvCxnSpPr>
          <p:spPr>
            <a:xfrm>
              <a:off x="4782385" y="5211408"/>
              <a:ext cx="0" cy="5591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77E45EF-E646-AF4F-4C13-FAAC559B483F}"/>
                </a:ext>
              </a:extLst>
            </p:cNvPr>
            <p:cNvCxnSpPr/>
            <p:nvPr/>
          </p:nvCxnSpPr>
          <p:spPr>
            <a:xfrm>
              <a:off x="5961103" y="5211408"/>
              <a:ext cx="0" cy="5591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51B75C5-3452-7613-3C64-1FAFC91E9E7C}"/>
                </a:ext>
              </a:extLst>
            </p:cNvPr>
            <p:cNvCxnSpPr/>
            <p:nvPr/>
          </p:nvCxnSpPr>
          <p:spPr>
            <a:xfrm>
              <a:off x="7144584" y="5211408"/>
              <a:ext cx="0" cy="5591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496E0D2-C91B-5FAF-2DB3-06132CD97649}"/>
                </a:ext>
              </a:extLst>
            </p:cNvPr>
            <p:cNvCxnSpPr/>
            <p:nvPr/>
          </p:nvCxnSpPr>
          <p:spPr>
            <a:xfrm>
              <a:off x="8344734" y="5211408"/>
              <a:ext cx="0" cy="5591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79FDF8A-3648-0FBD-03C2-46F3B1C356BA}"/>
                </a:ext>
              </a:extLst>
            </p:cNvPr>
            <p:cNvCxnSpPr/>
            <p:nvPr/>
          </p:nvCxnSpPr>
          <p:spPr>
            <a:xfrm>
              <a:off x="4243845" y="5211408"/>
              <a:ext cx="0" cy="5591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8347EF9-CF7D-EDAC-0ED1-B3AE2FAB4217}"/>
                </a:ext>
              </a:extLst>
            </p:cNvPr>
            <p:cNvCxnSpPr/>
            <p:nvPr/>
          </p:nvCxnSpPr>
          <p:spPr>
            <a:xfrm>
              <a:off x="5367794" y="5211408"/>
              <a:ext cx="0" cy="5591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06B554F-8A70-8B3D-31B8-E663BA38880D}"/>
                </a:ext>
              </a:extLst>
            </p:cNvPr>
            <p:cNvCxnSpPr/>
            <p:nvPr/>
          </p:nvCxnSpPr>
          <p:spPr>
            <a:xfrm>
              <a:off x="6572707" y="5211408"/>
              <a:ext cx="0" cy="5591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4F88A2A-A12B-7C97-C920-7E03D4BE0A6A}"/>
                </a:ext>
              </a:extLst>
            </p:cNvPr>
            <p:cNvCxnSpPr/>
            <p:nvPr/>
          </p:nvCxnSpPr>
          <p:spPr>
            <a:xfrm>
              <a:off x="7768095" y="5211408"/>
              <a:ext cx="0" cy="5591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636237E-9EE7-2F9F-666A-FAF421EC7CE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67793" y="3425796"/>
              <a:ext cx="592109" cy="1763387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28B8ACC-D507-7948-B547-197F257192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7196" y="3428999"/>
              <a:ext cx="1127298" cy="3206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BD6D92E-B832-BD00-D5FC-BDA7377586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58809" y="5182775"/>
              <a:ext cx="2385925" cy="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78331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06A13A2C-6DCC-F29E-99C3-2BF5E2460EF1}"/>
              </a:ext>
            </a:extLst>
          </p:cNvPr>
          <p:cNvGrpSpPr/>
          <p:nvPr/>
        </p:nvGrpSpPr>
        <p:grpSpPr>
          <a:xfrm>
            <a:off x="2959377" y="2733150"/>
            <a:ext cx="5415479" cy="3635061"/>
            <a:chOff x="2959377" y="2733150"/>
            <a:chExt cx="5415479" cy="3635061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843C56F-F467-93AB-35AD-4366318CAC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3845" y="3429000"/>
              <a:ext cx="0" cy="1782408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297C3BA-D8EB-E418-9C25-A64ED8E32A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67794" y="3429000"/>
              <a:ext cx="0" cy="1782408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B6577D7-140E-93F1-4280-44733F9F46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15585" y="3432205"/>
              <a:ext cx="534962" cy="180484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41D9845-8E71-E41E-32A1-A5B0C6454689}"/>
                </a:ext>
              </a:extLst>
            </p:cNvPr>
            <p:cNvGrpSpPr/>
            <p:nvPr/>
          </p:nvGrpSpPr>
          <p:grpSpPr>
            <a:xfrm>
              <a:off x="3715585" y="2733150"/>
              <a:ext cx="4659271" cy="2478258"/>
              <a:chOff x="3584989" y="2733150"/>
              <a:chExt cx="2302913" cy="1224915"/>
            </a:xfrm>
          </p:grpSpPr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A7B249D7-AD0F-30A2-E12B-8F0C632054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84989" y="2733150"/>
                <a:ext cx="0" cy="122491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01E31533-6DBF-EB25-5BA3-66A331D555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84989" y="3958065"/>
                <a:ext cx="2302913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63FF06B-3626-2E1E-6D9B-52E2F56F0FFB}"/>
                </a:ext>
              </a:extLst>
            </p:cNvPr>
            <p:cNvCxnSpPr>
              <a:cxnSpLocks/>
            </p:cNvCxnSpPr>
            <p:nvPr/>
          </p:nvCxnSpPr>
          <p:spPr>
            <a:xfrm>
              <a:off x="3715586" y="3429000"/>
              <a:ext cx="4587201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98C33B3-83D8-69DC-4925-79E1C6FB0B9A}"/>
                </a:ext>
              </a:extLst>
            </p:cNvPr>
            <p:cNvSpPr txBox="1"/>
            <p:nvPr/>
          </p:nvSpPr>
          <p:spPr>
            <a:xfrm>
              <a:off x="3411950" y="3244334"/>
              <a:ext cx="2471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1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0B0C3A0-AD11-44F0-3C07-01AE452D6845}"/>
                </a:ext>
              </a:extLst>
            </p:cNvPr>
            <p:cNvSpPr txBox="1"/>
            <p:nvPr/>
          </p:nvSpPr>
          <p:spPr>
            <a:xfrm>
              <a:off x="3442459" y="5211408"/>
              <a:ext cx="2471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0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40D8892-B1AA-1211-E047-4DE479E8074E}"/>
                </a:ext>
              </a:extLst>
            </p:cNvPr>
            <p:cNvSpPr txBox="1"/>
            <p:nvPr/>
          </p:nvSpPr>
          <p:spPr>
            <a:xfrm rot="16200000">
              <a:off x="1952643" y="3835342"/>
              <a:ext cx="2382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Belt velocity / ms</a:t>
              </a:r>
              <a:r>
                <a:rPr lang="en-GB" baseline="30000" dirty="0"/>
                <a:t>-1</a:t>
              </a:r>
              <a:endParaRPr lang="en-GB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6050A2A-0DEC-0A1B-7E89-E0338C99CB4A}"/>
                </a:ext>
              </a:extLst>
            </p:cNvPr>
            <p:cNvSpPr txBox="1"/>
            <p:nvPr/>
          </p:nvSpPr>
          <p:spPr>
            <a:xfrm>
              <a:off x="4683741" y="5998879"/>
              <a:ext cx="2382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Time / s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A57A98C-B58C-D037-F3DA-C49D36A7FAA5}"/>
                </a:ext>
              </a:extLst>
            </p:cNvPr>
            <p:cNvCxnSpPr/>
            <p:nvPr/>
          </p:nvCxnSpPr>
          <p:spPr>
            <a:xfrm>
              <a:off x="3715585" y="5211408"/>
              <a:ext cx="0" cy="5591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77E45EF-E646-AF4F-4C13-FAAC559B483F}"/>
                </a:ext>
              </a:extLst>
            </p:cNvPr>
            <p:cNvCxnSpPr/>
            <p:nvPr/>
          </p:nvCxnSpPr>
          <p:spPr>
            <a:xfrm>
              <a:off x="5961103" y="5211408"/>
              <a:ext cx="0" cy="5591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51B75C5-3452-7613-3C64-1FAFC91E9E7C}"/>
                </a:ext>
              </a:extLst>
            </p:cNvPr>
            <p:cNvCxnSpPr/>
            <p:nvPr/>
          </p:nvCxnSpPr>
          <p:spPr>
            <a:xfrm>
              <a:off x="7144584" y="5211408"/>
              <a:ext cx="0" cy="5591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496E0D2-C91B-5FAF-2DB3-06132CD97649}"/>
                </a:ext>
              </a:extLst>
            </p:cNvPr>
            <p:cNvCxnSpPr/>
            <p:nvPr/>
          </p:nvCxnSpPr>
          <p:spPr>
            <a:xfrm>
              <a:off x="8344734" y="5211408"/>
              <a:ext cx="0" cy="5591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636237E-9EE7-2F9F-666A-FAF421EC7CE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67793" y="3425796"/>
              <a:ext cx="592109" cy="1763387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28B8ACC-D507-7948-B547-197F257192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7196" y="3428999"/>
              <a:ext cx="1127298" cy="3206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BD6D92E-B832-BD00-D5FC-BDA7377586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58809" y="5182775"/>
              <a:ext cx="2385925" cy="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BB6C450-D177-611D-3C95-5124E9417ECA}"/>
                </a:ext>
              </a:extLst>
            </p:cNvPr>
            <p:cNvCxnSpPr/>
            <p:nvPr/>
          </p:nvCxnSpPr>
          <p:spPr>
            <a:xfrm>
              <a:off x="4242281" y="5211408"/>
              <a:ext cx="0" cy="5591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A3FE066-F15D-5429-1EC1-C4D8D093278F}"/>
                </a:ext>
              </a:extLst>
            </p:cNvPr>
            <p:cNvCxnSpPr/>
            <p:nvPr/>
          </p:nvCxnSpPr>
          <p:spPr>
            <a:xfrm>
              <a:off x="5369747" y="5209086"/>
              <a:ext cx="0" cy="5591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Left Brace 1">
            <a:extLst>
              <a:ext uri="{FF2B5EF4-FFF2-40B4-BE49-F238E27FC236}">
                <a16:creationId xmlns:a16="http://schemas.microsoft.com/office/drawing/2014/main" id="{68142D97-CC10-6995-E821-F8183141BEEB}"/>
              </a:ext>
            </a:extLst>
          </p:cNvPr>
          <p:cNvSpPr/>
          <p:nvPr/>
        </p:nvSpPr>
        <p:spPr>
          <a:xfrm rot="5400000" flipH="1">
            <a:off x="7024584" y="4376587"/>
            <a:ext cx="257501" cy="2382799"/>
          </a:xfrm>
          <a:prstGeom prst="leftBrace">
            <a:avLst>
              <a:gd name="adj1" fmla="val 8333"/>
              <a:gd name="adj2" fmla="val 504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C55CBF8-526A-C2B7-2938-D152EAE544BC}"/>
              </a:ext>
            </a:extLst>
          </p:cNvPr>
          <p:cNvCxnSpPr>
            <a:cxnSpLocks/>
          </p:cNvCxnSpPr>
          <p:nvPr/>
        </p:nvCxnSpPr>
        <p:spPr>
          <a:xfrm flipH="1">
            <a:off x="4906432" y="3190875"/>
            <a:ext cx="312684" cy="78140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C7FAC3D-663E-2C69-FF91-3B80B3CFDE39}"/>
              </a:ext>
            </a:extLst>
          </p:cNvPr>
          <p:cNvSpPr txBox="1"/>
          <p:nvPr/>
        </p:nvSpPr>
        <p:spPr>
          <a:xfrm>
            <a:off x="4250547" y="2878207"/>
            <a:ext cx="2005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Area = 1.5 m</a:t>
            </a:r>
          </a:p>
        </p:txBody>
      </p:sp>
      <p:sp>
        <p:nvSpPr>
          <p:cNvPr id="31" name="Left Brace 30">
            <a:extLst>
              <a:ext uri="{FF2B5EF4-FFF2-40B4-BE49-F238E27FC236}">
                <a16:creationId xmlns:a16="http://schemas.microsoft.com/office/drawing/2014/main" id="{2F81CC23-2A11-CB28-3D6E-F278AD92FA9D}"/>
              </a:ext>
            </a:extLst>
          </p:cNvPr>
          <p:cNvSpPr/>
          <p:nvPr/>
        </p:nvSpPr>
        <p:spPr>
          <a:xfrm rot="5400000" flipH="1">
            <a:off x="4707253" y="4445184"/>
            <a:ext cx="257501" cy="2245606"/>
          </a:xfrm>
          <a:prstGeom prst="leftBrace">
            <a:avLst>
              <a:gd name="adj1" fmla="val 8333"/>
              <a:gd name="adj2" fmla="val 504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AF04F0D-EEF4-8289-5C5E-CF4F66E35048}"/>
              </a:ext>
            </a:extLst>
          </p:cNvPr>
          <p:cNvSpPr txBox="1"/>
          <p:nvPr/>
        </p:nvSpPr>
        <p:spPr>
          <a:xfrm>
            <a:off x="3766466" y="5582528"/>
            <a:ext cx="2005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Moving time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3ADC1C2-9D61-60BD-5D6B-434D3004C129}"/>
              </a:ext>
            </a:extLst>
          </p:cNvPr>
          <p:cNvSpPr txBox="1"/>
          <p:nvPr/>
        </p:nvSpPr>
        <p:spPr>
          <a:xfrm>
            <a:off x="3789165" y="5153475"/>
            <a:ext cx="453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t</a:t>
            </a:r>
            <a:r>
              <a:rPr lang="en-GB" baseline="-25000" dirty="0"/>
              <a:t>1</a:t>
            </a:r>
            <a:endParaRPr lang="en-GB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5BBE674-8DEF-6235-F619-11377D737811}"/>
              </a:ext>
            </a:extLst>
          </p:cNvPr>
          <p:cNvSpPr txBox="1"/>
          <p:nvPr/>
        </p:nvSpPr>
        <p:spPr>
          <a:xfrm>
            <a:off x="4617060" y="5149200"/>
            <a:ext cx="453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t</a:t>
            </a:r>
            <a:r>
              <a:rPr lang="en-GB" baseline="-25000" dirty="0"/>
              <a:t>2</a:t>
            </a:r>
            <a:endParaRPr lang="en-GB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0583E5C-1A11-738F-5493-DA5A613AE738}"/>
              </a:ext>
            </a:extLst>
          </p:cNvPr>
          <p:cNvSpPr txBox="1"/>
          <p:nvPr/>
        </p:nvSpPr>
        <p:spPr>
          <a:xfrm>
            <a:off x="5436234" y="5149200"/>
            <a:ext cx="453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t</a:t>
            </a:r>
            <a:r>
              <a:rPr lang="en-GB" baseline="-25000" dirty="0"/>
              <a:t>3</a:t>
            </a:r>
            <a:endParaRPr lang="en-GB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EB0816A-51AB-50E9-37AA-0CAB871469BC}"/>
              </a:ext>
            </a:extLst>
          </p:cNvPr>
          <p:cNvSpPr txBox="1"/>
          <p:nvPr/>
        </p:nvSpPr>
        <p:spPr>
          <a:xfrm>
            <a:off x="6959941" y="5182774"/>
            <a:ext cx="453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t</a:t>
            </a:r>
            <a:r>
              <a:rPr lang="en-GB" baseline="-25000" dirty="0"/>
              <a:t>4</a:t>
            </a:r>
            <a:endParaRPr lang="en-GB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250C6FD-C2EE-7088-DDC1-76F013CB1D80}"/>
              </a:ext>
            </a:extLst>
          </p:cNvPr>
          <p:cNvSpPr txBox="1"/>
          <p:nvPr/>
        </p:nvSpPr>
        <p:spPr>
          <a:xfrm>
            <a:off x="6096000" y="5582528"/>
            <a:ext cx="2005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2 seconds</a:t>
            </a:r>
          </a:p>
        </p:txBody>
      </p:sp>
    </p:spTree>
    <p:extLst>
      <p:ext uri="{BB962C8B-B14F-4D97-AF65-F5344CB8AC3E}">
        <p14:creationId xmlns:p14="http://schemas.microsoft.com/office/powerpoint/2010/main" val="1258798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1E9BC2-9C5B-E1A1-8056-BFEBCE4E99CF}"/>
              </a:ext>
            </a:extLst>
          </p:cNvPr>
          <p:cNvSpPr txBox="1"/>
          <p:nvPr/>
        </p:nvSpPr>
        <p:spPr>
          <a:xfrm>
            <a:off x="5021708" y="5207007"/>
            <a:ext cx="9710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0.195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6A13A2C-6DCC-F29E-99C3-2BF5E2460EF1}"/>
              </a:ext>
            </a:extLst>
          </p:cNvPr>
          <p:cNvGrpSpPr/>
          <p:nvPr/>
        </p:nvGrpSpPr>
        <p:grpSpPr>
          <a:xfrm>
            <a:off x="2959377" y="2733150"/>
            <a:ext cx="5343410" cy="3635061"/>
            <a:chOff x="2959377" y="2733150"/>
            <a:chExt cx="5343410" cy="3635061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843C56F-F467-93AB-35AD-4366318CAC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3845" y="3429000"/>
              <a:ext cx="0" cy="1782408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297C3BA-D8EB-E418-9C25-A64ED8E32A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67794" y="3429000"/>
              <a:ext cx="0" cy="1782408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B6577D7-140E-93F1-4280-44733F9F46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15585" y="3432205"/>
              <a:ext cx="534962" cy="180484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41D9845-8E71-E41E-32A1-A5B0C6454689}"/>
                </a:ext>
              </a:extLst>
            </p:cNvPr>
            <p:cNvGrpSpPr/>
            <p:nvPr/>
          </p:nvGrpSpPr>
          <p:grpSpPr>
            <a:xfrm>
              <a:off x="3715585" y="2733150"/>
              <a:ext cx="4142540" cy="2478258"/>
              <a:chOff x="3584989" y="2733150"/>
              <a:chExt cx="2047511" cy="1224915"/>
            </a:xfrm>
          </p:grpSpPr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A7B249D7-AD0F-30A2-E12B-8F0C632054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84989" y="2733150"/>
                <a:ext cx="0" cy="122491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01E31533-6DBF-EB25-5BA3-66A331D555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84989" y="3958065"/>
                <a:ext cx="2047511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63FF06B-3626-2E1E-6D9B-52E2F56F0FFB}"/>
                </a:ext>
              </a:extLst>
            </p:cNvPr>
            <p:cNvCxnSpPr>
              <a:cxnSpLocks/>
            </p:cNvCxnSpPr>
            <p:nvPr/>
          </p:nvCxnSpPr>
          <p:spPr>
            <a:xfrm>
              <a:off x="3715586" y="3429000"/>
              <a:ext cx="4587201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98C33B3-83D8-69DC-4925-79E1C6FB0B9A}"/>
                </a:ext>
              </a:extLst>
            </p:cNvPr>
            <p:cNvSpPr txBox="1"/>
            <p:nvPr/>
          </p:nvSpPr>
          <p:spPr>
            <a:xfrm>
              <a:off x="3411950" y="3244334"/>
              <a:ext cx="2471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1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0B0C3A0-AD11-44F0-3C07-01AE452D6845}"/>
                </a:ext>
              </a:extLst>
            </p:cNvPr>
            <p:cNvSpPr txBox="1"/>
            <p:nvPr/>
          </p:nvSpPr>
          <p:spPr>
            <a:xfrm>
              <a:off x="3442459" y="5211408"/>
              <a:ext cx="2471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0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40D8892-B1AA-1211-E047-4DE479E8074E}"/>
                </a:ext>
              </a:extLst>
            </p:cNvPr>
            <p:cNvSpPr txBox="1"/>
            <p:nvPr/>
          </p:nvSpPr>
          <p:spPr>
            <a:xfrm rot="16200000">
              <a:off x="1952643" y="3835342"/>
              <a:ext cx="2382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Belt velocity / ms</a:t>
              </a:r>
              <a:r>
                <a:rPr lang="en-GB" baseline="30000" dirty="0"/>
                <a:t>-1</a:t>
              </a:r>
              <a:endParaRPr lang="en-GB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6050A2A-0DEC-0A1B-7E89-E0338C99CB4A}"/>
                </a:ext>
              </a:extLst>
            </p:cNvPr>
            <p:cNvSpPr txBox="1"/>
            <p:nvPr/>
          </p:nvSpPr>
          <p:spPr>
            <a:xfrm>
              <a:off x="4683741" y="5998879"/>
              <a:ext cx="2382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Time / s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A57A98C-B58C-D037-F3DA-C49D36A7FAA5}"/>
                </a:ext>
              </a:extLst>
            </p:cNvPr>
            <p:cNvCxnSpPr/>
            <p:nvPr/>
          </p:nvCxnSpPr>
          <p:spPr>
            <a:xfrm>
              <a:off x="3715585" y="5211408"/>
              <a:ext cx="0" cy="5591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51B75C5-3452-7613-3C64-1FAFC91E9E7C}"/>
                </a:ext>
              </a:extLst>
            </p:cNvPr>
            <p:cNvCxnSpPr/>
            <p:nvPr/>
          </p:nvCxnSpPr>
          <p:spPr>
            <a:xfrm>
              <a:off x="7833559" y="5211408"/>
              <a:ext cx="0" cy="5591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636237E-9EE7-2F9F-666A-FAF421EC7CE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67793" y="3425796"/>
              <a:ext cx="299593" cy="1763387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28B8ACC-D507-7948-B547-197F257192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7196" y="3428999"/>
              <a:ext cx="1127298" cy="3206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BD6D92E-B832-BD00-D5FC-BDA7377586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66425" y="5183547"/>
              <a:ext cx="2191700" cy="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BB6C450-D177-611D-3C95-5124E9417ECA}"/>
                </a:ext>
              </a:extLst>
            </p:cNvPr>
            <p:cNvCxnSpPr/>
            <p:nvPr/>
          </p:nvCxnSpPr>
          <p:spPr>
            <a:xfrm>
              <a:off x="4242281" y="5211408"/>
              <a:ext cx="0" cy="5591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A3FE066-F15D-5429-1EC1-C4D8D093278F}"/>
                </a:ext>
              </a:extLst>
            </p:cNvPr>
            <p:cNvCxnSpPr/>
            <p:nvPr/>
          </p:nvCxnSpPr>
          <p:spPr>
            <a:xfrm>
              <a:off x="5369747" y="5209086"/>
              <a:ext cx="0" cy="5591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F107ECD-D556-2E63-03E5-46CB0BFB9884}"/>
                </a:ext>
              </a:extLst>
            </p:cNvPr>
            <p:cNvCxnSpPr/>
            <p:nvPr/>
          </p:nvCxnSpPr>
          <p:spPr>
            <a:xfrm>
              <a:off x="5659292" y="5209086"/>
              <a:ext cx="0" cy="5591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Left Brace 1">
            <a:extLst>
              <a:ext uri="{FF2B5EF4-FFF2-40B4-BE49-F238E27FC236}">
                <a16:creationId xmlns:a16="http://schemas.microsoft.com/office/drawing/2014/main" id="{68142D97-CC10-6995-E821-F8183141BEEB}"/>
              </a:ext>
            </a:extLst>
          </p:cNvPr>
          <p:cNvSpPr/>
          <p:nvPr/>
        </p:nvSpPr>
        <p:spPr>
          <a:xfrm rot="5400000" flipH="1">
            <a:off x="6633521" y="4472136"/>
            <a:ext cx="257501" cy="2191697"/>
          </a:xfrm>
          <a:prstGeom prst="leftBrace">
            <a:avLst>
              <a:gd name="adj1" fmla="val 8333"/>
              <a:gd name="adj2" fmla="val 504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C55CBF8-526A-C2B7-2938-D152EAE544BC}"/>
              </a:ext>
            </a:extLst>
          </p:cNvPr>
          <p:cNvCxnSpPr>
            <a:cxnSpLocks/>
          </p:cNvCxnSpPr>
          <p:nvPr/>
        </p:nvCxnSpPr>
        <p:spPr>
          <a:xfrm flipH="1">
            <a:off x="4906432" y="3190875"/>
            <a:ext cx="312684" cy="78140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C7FAC3D-663E-2C69-FF91-3B80B3CFDE39}"/>
              </a:ext>
            </a:extLst>
          </p:cNvPr>
          <p:cNvSpPr txBox="1"/>
          <p:nvPr/>
        </p:nvSpPr>
        <p:spPr>
          <a:xfrm>
            <a:off x="4250547" y="2878207"/>
            <a:ext cx="2005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Area = 1.5 m</a:t>
            </a:r>
          </a:p>
        </p:txBody>
      </p:sp>
      <p:sp>
        <p:nvSpPr>
          <p:cNvPr id="31" name="Left Brace 30">
            <a:extLst>
              <a:ext uri="{FF2B5EF4-FFF2-40B4-BE49-F238E27FC236}">
                <a16:creationId xmlns:a16="http://schemas.microsoft.com/office/drawing/2014/main" id="{2F81CC23-2A11-CB28-3D6E-F278AD92FA9D}"/>
              </a:ext>
            </a:extLst>
          </p:cNvPr>
          <p:cNvSpPr/>
          <p:nvPr/>
        </p:nvSpPr>
        <p:spPr>
          <a:xfrm rot="5400000" flipH="1">
            <a:off x="4561062" y="4591375"/>
            <a:ext cx="257501" cy="1953224"/>
          </a:xfrm>
          <a:prstGeom prst="leftBrace">
            <a:avLst>
              <a:gd name="adj1" fmla="val 8333"/>
              <a:gd name="adj2" fmla="val 504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AF04F0D-EEF4-8289-5C5E-CF4F66E35048}"/>
              </a:ext>
            </a:extLst>
          </p:cNvPr>
          <p:cNvSpPr txBox="1"/>
          <p:nvPr/>
        </p:nvSpPr>
        <p:spPr>
          <a:xfrm>
            <a:off x="3766466" y="5582528"/>
            <a:ext cx="2085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Moving time = 1.8 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3ADC1C2-9D61-60BD-5D6B-434D3004C129}"/>
              </a:ext>
            </a:extLst>
          </p:cNvPr>
          <p:cNvSpPr txBox="1"/>
          <p:nvPr/>
        </p:nvSpPr>
        <p:spPr>
          <a:xfrm>
            <a:off x="3479136" y="5189183"/>
            <a:ext cx="9710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0.405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EB0816A-51AB-50E9-37AA-0CAB871469BC}"/>
              </a:ext>
            </a:extLst>
          </p:cNvPr>
          <p:cNvSpPr txBox="1"/>
          <p:nvPr/>
        </p:nvSpPr>
        <p:spPr>
          <a:xfrm>
            <a:off x="6564280" y="5189687"/>
            <a:ext cx="453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t</a:t>
            </a:r>
            <a:r>
              <a:rPr lang="en-GB" baseline="-25000" dirty="0"/>
              <a:t>4</a:t>
            </a:r>
            <a:endParaRPr lang="en-GB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250C6FD-C2EE-7088-DDC1-76F013CB1D80}"/>
              </a:ext>
            </a:extLst>
          </p:cNvPr>
          <p:cNvSpPr txBox="1"/>
          <p:nvPr/>
        </p:nvSpPr>
        <p:spPr>
          <a:xfrm>
            <a:off x="5719691" y="5594510"/>
            <a:ext cx="2005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2 seconds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5C0866-1FCD-313F-5552-34DD89794371}"/>
              </a:ext>
            </a:extLst>
          </p:cNvPr>
          <p:cNvSpPr txBox="1"/>
          <p:nvPr/>
        </p:nvSpPr>
        <p:spPr>
          <a:xfrm>
            <a:off x="4287137" y="5195025"/>
            <a:ext cx="9710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1.2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1C075C5-A479-96B5-5D4E-9B15FB262C0D}"/>
              </a:ext>
            </a:extLst>
          </p:cNvPr>
          <p:cNvSpPr txBox="1"/>
          <p:nvPr/>
        </p:nvSpPr>
        <p:spPr>
          <a:xfrm>
            <a:off x="7672916" y="5591795"/>
            <a:ext cx="2005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Cycle time: 3.8 s </a:t>
            </a:r>
          </a:p>
        </p:txBody>
      </p:sp>
    </p:spTree>
    <p:extLst>
      <p:ext uri="{BB962C8B-B14F-4D97-AF65-F5344CB8AC3E}">
        <p14:creationId xmlns:p14="http://schemas.microsoft.com/office/powerpoint/2010/main" val="1226630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63">
            <a:extLst>
              <a:ext uri="{FF2B5EF4-FFF2-40B4-BE49-F238E27FC236}">
                <a16:creationId xmlns:a16="http://schemas.microsoft.com/office/drawing/2014/main" id="{EF097C1F-4362-E9E1-E1F7-96586A61DDF6}"/>
              </a:ext>
            </a:extLst>
          </p:cNvPr>
          <p:cNvSpPr txBox="1"/>
          <p:nvPr/>
        </p:nvSpPr>
        <p:spPr>
          <a:xfrm>
            <a:off x="6082133" y="5224949"/>
            <a:ext cx="738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2.292</a:t>
            </a:r>
            <a:endParaRPr lang="en-GB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98CBB4D-E515-BAB4-8EDD-80AC8E16EFB8}"/>
              </a:ext>
            </a:extLst>
          </p:cNvPr>
          <p:cNvCxnSpPr>
            <a:cxnSpLocks/>
          </p:cNvCxnSpPr>
          <p:nvPr/>
        </p:nvCxnSpPr>
        <p:spPr>
          <a:xfrm flipH="1">
            <a:off x="3713200" y="4633640"/>
            <a:ext cx="608472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6A13A2C-6DCC-F29E-99C3-2BF5E2460EF1}"/>
              </a:ext>
            </a:extLst>
          </p:cNvPr>
          <p:cNvGrpSpPr/>
          <p:nvPr/>
        </p:nvGrpSpPr>
        <p:grpSpPr>
          <a:xfrm>
            <a:off x="2959377" y="2733150"/>
            <a:ext cx="4270098" cy="3139336"/>
            <a:chOff x="2959377" y="2733150"/>
            <a:chExt cx="4270098" cy="3139336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843C56F-F467-93AB-35AD-4366318CAC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99731" y="3429000"/>
              <a:ext cx="0" cy="1782408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297C3BA-D8EB-E418-9C25-A64ED8E32A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02357" y="3429000"/>
              <a:ext cx="0" cy="1782408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B6577D7-140E-93F1-4280-44733F9F46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1672" y="3432205"/>
              <a:ext cx="578059" cy="1201435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41D9845-8E71-E41E-32A1-A5B0C6454689}"/>
                </a:ext>
              </a:extLst>
            </p:cNvPr>
            <p:cNvGrpSpPr/>
            <p:nvPr/>
          </p:nvGrpSpPr>
          <p:grpSpPr>
            <a:xfrm>
              <a:off x="3715585" y="2733150"/>
              <a:ext cx="3490565" cy="2478258"/>
              <a:chOff x="3584989" y="2733150"/>
              <a:chExt cx="1725263" cy="1224915"/>
            </a:xfrm>
          </p:grpSpPr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A7B249D7-AD0F-30A2-E12B-8F0C632054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84989" y="2733150"/>
                <a:ext cx="0" cy="122491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01E31533-6DBF-EB25-5BA3-66A331D555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84989" y="3958065"/>
                <a:ext cx="1725263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63FF06B-3626-2E1E-6D9B-52E2F56F0FFB}"/>
                </a:ext>
              </a:extLst>
            </p:cNvPr>
            <p:cNvCxnSpPr>
              <a:cxnSpLocks/>
            </p:cNvCxnSpPr>
            <p:nvPr/>
          </p:nvCxnSpPr>
          <p:spPr>
            <a:xfrm>
              <a:off x="3715586" y="3429000"/>
              <a:ext cx="3513889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98C33B3-83D8-69DC-4925-79E1C6FB0B9A}"/>
                </a:ext>
              </a:extLst>
            </p:cNvPr>
            <p:cNvSpPr txBox="1"/>
            <p:nvPr/>
          </p:nvSpPr>
          <p:spPr>
            <a:xfrm>
              <a:off x="3411950" y="3244334"/>
              <a:ext cx="2471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1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40D8892-B1AA-1211-E047-4DE479E8074E}"/>
                </a:ext>
              </a:extLst>
            </p:cNvPr>
            <p:cNvSpPr txBox="1"/>
            <p:nvPr/>
          </p:nvSpPr>
          <p:spPr>
            <a:xfrm rot="16200000">
              <a:off x="1952643" y="3835342"/>
              <a:ext cx="2382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Belt velocity / ms</a:t>
              </a:r>
              <a:r>
                <a:rPr lang="en-GB" baseline="30000" dirty="0"/>
                <a:t>-1</a:t>
              </a:r>
              <a:endParaRPr lang="en-GB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6050A2A-0DEC-0A1B-7E89-E0338C99CB4A}"/>
                </a:ext>
              </a:extLst>
            </p:cNvPr>
            <p:cNvSpPr txBox="1"/>
            <p:nvPr/>
          </p:nvSpPr>
          <p:spPr>
            <a:xfrm>
              <a:off x="4268467" y="5503154"/>
              <a:ext cx="2382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Time / s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A57A98C-B58C-D037-F3DA-C49D36A7FAA5}"/>
                </a:ext>
              </a:extLst>
            </p:cNvPr>
            <p:cNvCxnSpPr/>
            <p:nvPr/>
          </p:nvCxnSpPr>
          <p:spPr>
            <a:xfrm>
              <a:off x="3715585" y="5211408"/>
              <a:ext cx="0" cy="5591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77E45EF-E646-AF4F-4C13-FAAC559B483F}"/>
                </a:ext>
              </a:extLst>
            </p:cNvPr>
            <p:cNvCxnSpPr/>
            <p:nvPr/>
          </p:nvCxnSpPr>
          <p:spPr>
            <a:xfrm>
              <a:off x="6000810" y="5211408"/>
              <a:ext cx="0" cy="5591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51B75C5-3452-7613-3C64-1FAFC91E9E7C}"/>
                </a:ext>
              </a:extLst>
            </p:cNvPr>
            <p:cNvCxnSpPr>
              <a:cxnSpLocks/>
            </p:cNvCxnSpPr>
            <p:nvPr/>
          </p:nvCxnSpPr>
          <p:spPr>
            <a:xfrm>
              <a:off x="6365179" y="5211408"/>
              <a:ext cx="0" cy="5591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496E0D2-C91B-5FAF-2DB3-06132CD97649}"/>
                </a:ext>
              </a:extLst>
            </p:cNvPr>
            <p:cNvCxnSpPr/>
            <p:nvPr/>
          </p:nvCxnSpPr>
          <p:spPr>
            <a:xfrm>
              <a:off x="7185066" y="5211408"/>
              <a:ext cx="0" cy="5591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636237E-9EE7-2F9F-666A-FAF421EC7CE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06664" y="3425796"/>
              <a:ext cx="358515" cy="1207844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28B8ACC-D507-7948-B547-197F257192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6067" y="3428999"/>
              <a:ext cx="1127298" cy="3206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BB6C450-D177-611D-3C95-5124E9417ECA}"/>
                </a:ext>
              </a:extLst>
            </p:cNvPr>
            <p:cNvCxnSpPr/>
            <p:nvPr/>
          </p:nvCxnSpPr>
          <p:spPr>
            <a:xfrm>
              <a:off x="4321672" y="5209086"/>
              <a:ext cx="0" cy="5591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A3FE066-F15D-5429-1EC1-C4D8D093278F}"/>
                </a:ext>
              </a:extLst>
            </p:cNvPr>
            <p:cNvCxnSpPr/>
            <p:nvPr/>
          </p:nvCxnSpPr>
          <p:spPr>
            <a:xfrm>
              <a:off x="4904522" y="5209086"/>
              <a:ext cx="0" cy="5591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608B850-9B0C-B05F-2B7F-5A583B1CA1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1672" y="4633640"/>
              <a:ext cx="0" cy="577768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D9308B9B-5B2C-284E-37B3-C46F7B24D3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8382" y="4633640"/>
              <a:ext cx="0" cy="577768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C55CBF8-526A-C2B7-2938-D152EAE544BC}"/>
              </a:ext>
            </a:extLst>
          </p:cNvPr>
          <p:cNvCxnSpPr>
            <a:cxnSpLocks/>
          </p:cNvCxnSpPr>
          <p:nvPr/>
        </p:nvCxnSpPr>
        <p:spPr>
          <a:xfrm flipH="1">
            <a:off x="5646123" y="3104872"/>
            <a:ext cx="312684" cy="78140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C7FAC3D-663E-2C69-FF91-3B80B3CFDE39}"/>
              </a:ext>
            </a:extLst>
          </p:cNvPr>
          <p:cNvSpPr txBox="1"/>
          <p:nvPr/>
        </p:nvSpPr>
        <p:spPr>
          <a:xfrm>
            <a:off x="5004158" y="2802730"/>
            <a:ext cx="2005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Area = 1.5 m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EB0816A-51AB-50E9-37AA-0CAB871469BC}"/>
              </a:ext>
            </a:extLst>
          </p:cNvPr>
          <p:cNvSpPr txBox="1"/>
          <p:nvPr/>
        </p:nvSpPr>
        <p:spPr>
          <a:xfrm>
            <a:off x="6855188" y="5199413"/>
            <a:ext cx="675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3.29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94EC81D-1DB7-0B32-E15A-395E6445722B}"/>
              </a:ext>
            </a:extLst>
          </p:cNvPr>
          <p:cNvCxnSpPr>
            <a:cxnSpLocks/>
          </p:cNvCxnSpPr>
          <p:nvPr/>
        </p:nvCxnSpPr>
        <p:spPr>
          <a:xfrm flipH="1">
            <a:off x="6365179" y="4633640"/>
            <a:ext cx="840971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9742452B-610F-9035-CFCC-BDE9BE9C669C}"/>
              </a:ext>
            </a:extLst>
          </p:cNvPr>
          <p:cNvSpPr txBox="1"/>
          <p:nvPr/>
        </p:nvSpPr>
        <p:spPr>
          <a:xfrm>
            <a:off x="4094801" y="5172616"/>
            <a:ext cx="453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1</a:t>
            </a:r>
            <a:r>
              <a:rPr lang="en-GB" dirty="0"/>
              <a:t>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4F18409-D4D1-A8A0-29CC-EC29E2894F78}"/>
              </a:ext>
            </a:extLst>
          </p:cNvPr>
          <p:cNvSpPr txBox="1"/>
          <p:nvPr/>
        </p:nvSpPr>
        <p:spPr>
          <a:xfrm>
            <a:off x="4530646" y="5224011"/>
            <a:ext cx="738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1.325</a:t>
            </a:r>
            <a:endParaRPr lang="en-GB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0C386A6-FC3D-FA80-163C-1AF4FA7CCB9B}"/>
              </a:ext>
            </a:extLst>
          </p:cNvPr>
          <p:cNvSpPr txBox="1"/>
          <p:nvPr/>
        </p:nvSpPr>
        <p:spPr>
          <a:xfrm>
            <a:off x="5576561" y="5228172"/>
            <a:ext cx="738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2.137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7927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94EC81D-1DB7-0B32-E15A-395E6445722B}"/>
              </a:ext>
            </a:extLst>
          </p:cNvPr>
          <p:cNvCxnSpPr>
            <a:cxnSpLocks/>
          </p:cNvCxnSpPr>
          <p:nvPr/>
        </p:nvCxnSpPr>
        <p:spPr>
          <a:xfrm flipV="1">
            <a:off x="6597678" y="4795565"/>
            <a:ext cx="0" cy="41352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98CBB4D-E515-BAB4-8EDD-80AC8E16EFB8}"/>
              </a:ext>
            </a:extLst>
          </p:cNvPr>
          <p:cNvCxnSpPr>
            <a:cxnSpLocks/>
          </p:cNvCxnSpPr>
          <p:nvPr/>
        </p:nvCxnSpPr>
        <p:spPr>
          <a:xfrm>
            <a:off x="4321672" y="4795565"/>
            <a:ext cx="0" cy="41352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6A13A2C-6DCC-F29E-99C3-2BF5E2460EF1}"/>
              </a:ext>
            </a:extLst>
          </p:cNvPr>
          <p:cNvGrpSpPr/>
          <p:nvPr/>
        </p:nvGrpSpPr>
        <p:grpSpPr>
          <a:xfrm>
            <a:off x="3668155" y="2730828"/>
            <a:ext cx="3561320" cy="3141658"/>
            <a:chOff x="3668155" y="2730828"/>
            <a:chExt cx="3561320" cy="3141658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843C56F-F467-93AB-35AD-4366318CAC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99731" y="3429000"/>
              <a:ext cx="0" cy="1782408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297C3BA-D8EB-E418-9C25-A64ED8E32A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02357" y="3429000"/>
              <a:ext cx="0" cy="1782408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B6577D7-140E-93F1-4280-44733F9F46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1672" y="3432205"/>
              <a:ext cx="578059" cy="136336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41D9845-8E71-E41E-32A1-A5B0C6454689}"/>
                </a:ext>
              </a:extLst>
            </p:cNvPr>
            <p:cNvGrpSpPr/>
            <p:nvPr/>
          </p:nvGrpSpPr>
          <p:grpSpPr>
            <a:xfrm>
              <a:off x="4293910" y="2730828"/>
              <a:ext cx="2329143" cy="2480581"/>
              <a:chOff x="3870834" y="2732002"/>
              <a:chExt cx="1151213" cy="1226063"/>
            </a:xfrm>
          </p:grpSpPr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A7B249D7-AD0F-30A2-E12B-8F0C632054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70834" y="2732002"/>
                <a:ext cx="0" cy="122491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01E31533-6DBF-EB25-5BA3-66A331D555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70834" y="3958065"/>
                <a:ext cx="1151213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63FF06B-3626-2E1E-6D9B-52E2F56F0FFB}"/>
                </a:ext>
              </a:extLst>
            </p:cNvPr>
            <p:cNvCxnSpPr>
              <a:cxnSpLocks/>
            </p:cNvCxnSpPr>
            <p:nvPr/>
          </p:nvCxnSpPr>
          <p:spPr>
            <a:xfrm>
              <a:off x="4321672" y="3429000"/>
              <a:ext cx="2907803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98C33B3-83D8-69DC-4925-79E1C6FB0B9A}"/>
                </a:ext>
              </a:extLst>
            </p:cNvPr>
            <p:cNvSpPr txBox="1"/>
            <p:nvPr/>
          </p:nvSpPr>
          <p:spPr>
            <a:xfrm>
              <a:off x="4035298" y="3244334"/>
              <a:ext cx="2471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1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40D8892-B1AA-1211-E047-4DE479E8074E}"/>
                </a:ext>
              </a:extLst>
            </p:cNvPr>
            <p:cNvSpPr txBox="1"/>
            <p:nvPr/>
          </p:nvSpPr>
          <p:spPr>
            <a:xfrm rot="16200000">
              <a:off x="2661421" y="3835342"/>
              <a:ext cx="2382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Belt velocity / ms</a:t>
              </a:r>
              <a:r>
                <a:rPr lang="en-GB" baseline="30000" dirty="0"/>
                <a:t>-1</a:t>
              </a:r>
              <a:endParaRPr lang="en-GB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6050A2A-0DEC-0A1B-7E89-E0338C99CB4A}"/>
                </a:ext>
              </a:extLst>
            </p:cNvPr>
            <p:cNvSpPr txBox="1"/>
            <p:nvPr/>
          </p:nvSpPr>
          <p:spPr>
            <a:xfrm>
              <a:off x="4268467" y="5503154"/>
              <a:ext cx="2382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Time / s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A57A98C-B58C-D037-F3DA-C49D36A7FAA5}"/>
                </a:ext>
              </a:extLst>
            </p:cNvPr>
            <p:cNvCxnSpPr>
              <a:cxnSpLocks/>
            </p:cNvCxnSpPr>
            <p:nvPr/>
          </p:nvCxnSpPr>
          <p:spPr>
            <a:xfrm>
              <a:off x="4293908" y="5209086"/>
              <a:ext cx="0" cy="582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77E45EF-E646-AF4F-4C13-FAAC559B483F}"/>
                </a:ext>
              </a:extLst>
            </p:cNvPr>
            <p:cNvCxnSpPr/>
            <p:nvPr/>
          </p:nvCxnSpPr>
          <p:spPr>
            <a:xfrm>
              <a:off x="6000810" y="5211408"/>
              <a:ext cx="0" cy="5591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51B75C5-3452-7613-3C64-1FAFC91E9E7C}"/>
                </a:ext>
              </a:extLst>
            </p:cNvPr>
            <p:cNvCxnSpPr/>
            <p:nvPr/>
          </p:nvCxnSpPr>
          <p:spPr>
            <a:xfrm>
              <a:off x="6600893" y="5211408"/>
              <a:ext cx="0" cy="5591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636237E-9EE7-2F9F-666A-FAF421EC7CE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06664" y="3425796"/>
              <a:ext cx="591014" cy="1372423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28B8ACC-D507-7948-B547-197F257192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6067" y="3428999"/>
              <a:ext cx="1127298" cy="3206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A3FE066-F15D-5429-1EC1-C4D8D093278F}"/>
                </a:ext>
              </a:extLst>
            </p:cNvPr>
            <p:cNvCxnSpPr/>
            <p:nvPr/>
          </p:nvCxnSpPr>
          <p:spPr>
            <a:xfrm>
              <a:off x="4904522" y="5209086"/>
              <a:ext cx="0" cy="5591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C55CBF8-526A-C2B7-2938-D152EAE544BC}"/>
              </a:ext>
            </a:extLst>
          </p:cNvPr>
          <p:cNvCxnSpPr>
            <a:cxnSpLocks/>
          </p:cNvCxnSpPr>
          <p:nvPr/>
        </p:nvCxnSpPr>
        <p:spPr>
          <a:xfrm flipH="1">
            <a:off x="5748312" y="3104872"/>
            <a:ext cx="210495" cy="52603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C7FAC3D-663E-2C69-FF91-3B80B3CFDE39}"/>
              </a:ext>
            </a:extLst>
          </p:cNvPr>
          <p:cNvSpPr txBox="1"/>
          <p:nvPr/>
        </p:nvSpPr>
        <p:spPr>
          <a:xfrm>
            <a:off x="5004158" y="2802730"/>
            <a:ext cx="2005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Area = 1.1 m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0583E5C-1A11-738F-5493-DA5A613AE738}"/>
              </a:ext>
            </a:extLst>
          </p:cNvPr>
          <p:cNvSpPr txBox="1"/>
          <p:nvPr/>
        </p:nvSpPr>
        <p:spPr>
          <a:xfrm>
            <a:off x="8849359" y="4558650"/>
            <a:ext cx="453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t</a:t>
            </a:r>
            <a:r>
              <a:rPr lang="en-GB" baseline="-25000" dirty="0"/>
              <a:t>3</a:t>
            </a:r>
            <a:endParaRPr lang="en-GB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B48EC02-68DC-C401-0B49-D2C2C06DC9E7}"/>
              </a:ext>
            </a:extLst>
          </p:cNvPr>
          <p:cNvSpPr txBox="1"/>
          <p:nvPr/>
        </p:nvSpPr>
        <p:spPr>
          <a:xfrm>
            <a:off x="4209166" y="5199413"/>
            <a:ext cx="803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0.325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4F18409-D4D1-A8A0-29CC-EC29E2894F78}"/>
              </a:ext>
            </a:extLst>
          </p:cNvPr>
          <p:cNvSpPr txBox="1"/>
          <p:nvPr/>
        </p:nvSpPr>
        <p:spPr>
          <a:xfrm>
            <a:off x="5238282" y="5166091"/>
            <a:ext cx="453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t</a:t>
            </a:r>
            <a:r>
              <a:rPr lang="en-GB" baseline="-25000" dirty="0"/>
              <a:t>3</a:t>
            </a:r>
            <a:endParaRPr lang="en-GB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F961B19-8734-9CD4-959D-B8CF0DA8E3A1}"/>
              </a:ext>
            </a:extLst>
          </p:cNvPr>
          <p:cNvSpPr txBox="1"/>
          <p:nvPr/>
        </p:nvSpPr>
        <p:spPr>
          <a:xfrm>
            <a:off x="5817469" y="5209570"/>
            <a:ext cx="975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0.155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34508EE-AA99-158F-4477-CEEF21A1C507}"/>
              </a:ext>
            </a:extLst>
          </p:cNvPr>
          <p:cNvCxnSpPr>
            <a:cxnSpLocks/>
          </p:cNvCxnSpPr>
          <p:nvPr/>
        </p:nvCxnSpPr>
        <p:spPr>
          <a:xfrm flipH="1">
            <a:off x="4321672" y="4793243"/>
            <a:ext cx="2257432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6422492-CF17-3A3D-4843-89105649D768}"/>
              </a:ext>
            </a:extLst>
          </p:cNvPr>
          <p:cNvSpPr txBox="1"/>
          <p:nvPr/>
        </p:nvSpPr>
        <p:spPr>
          <a:xfrm>
            <a:off x="5153100" y="4003752"/>
            <a:ext cx="588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0.8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D19262-7188-A2A2-48BF-CABAC623871D}"/>
              </a:ext>
            </a:extLst>
          </p:cNvPr>
          <p:cNvSpPr txBox="1"/>
          <p:nvPr/>
        </p:nvSpPr>
        <p:spPr>
          <a:xfrm>
            <a:off x="5166637" y="4796760"/>
            <a:ext cx="588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0.2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07CEE0B-0743-477E-3584-F251D953C1AE}"/>
              </a:ext>
            </a:extLst>
          </p:cNvPr>
          <p:cNvCxnSpPr>
            <a:cxnSpLocks/>
          </p:cNvCxnSpPr>
          <p:nvPr/>
        </p:nvCxnSpPr>
        <p:spPr>
          <a:xfrm>
            <a:off x="5456794" y="5084989"/>
            <a:ext cx="0" cy="124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27CE14B-12A0-F0A4-5914-D4EC1DFA9284}"/>
              </a:ext>
            </a:extLst>
          </p:cNvPr>
          <p:cNvCxnSpPr>
            <a:cxnSpLocks/>
          </p:cNvCxnSpPr>
          <p:nvPr/>
        </p:nvCxnSpPr>
        <p:spPr>
          <a:xfrm flipV="1">
            <a:off x="5453278" y="4788926"/>
            <a:ext cx="0" cy="13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21A9590-06B2-8AFC-A965-F1D61886B605}"/>
              </a:ext>
            </a:extLst>
          </p:cNvPr>
          <p:cNvCxnSpPr>
            <a:cxnSpLocks/>
          </p:cNvCxnSpPr>
          <p:nvPr/>
        </p:nvCxnSpPr>
        <p:spPr>
          <a:xfrm flipV="1">
            <a:off x="5442965" y="3432205"/>
            <a:ext cx="0" cy="6798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53C10F5-2F28-C00E-8EC4-3ED569FB5795}"/>
              </a:ext>
            </a:extLst>
          </p:cNvPr>
          <p:cNvCxnSpPr>
            <a:cxnSpLocks/>
          </p:cNvCxnSpPr>
          <p:nvPr/>
        </p:nvCxnSpPr>
        <p:spPr>
          <a:xfrm>
            <a:off x="5447513" y="4293394"/>
            <a:ext cx="0" cy="5021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461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</TotalTime>
  <Words>98</Words>
  <Application>Microsoft Office PowerPoint</Application>
  <PresentationFormat>Widescreen</PresentationFormat>
  <Paragraphs>50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Harry Mills</dc:creator>
  <cp:lastModifiedBy>Harry Mills</cp:lastModifiedBy>
  <cp:revision>1</cp:revision>
  <dcterms:created xsi:type="dcterms:W3CDTF">2022-11-14T21:06:42Z</dcterms:created>
  <dcterms:modified xsi:type="dcterms:W3CDTF">2022-11-15T03:37:13Z</dcterms:modified>
</cp:coreProperties>
</file>