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3AB0-05CC-AF27-4A1C-3C7AB19B7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8FBFC-61B1-2844-E63F-2A3BEAE21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2BC4B-0FF6-34BF-3A84-64C18CF2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6B869-F5A1-A79B-FB22-B3C43CB3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32556-0672-CA72-AC76-550E478EB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038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3B89-CC83-E40B-6546-77413BA5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87FC4-EAE0-0D34-282C-7151F31AF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F6C12-52F6-7EAA-EB37-AD22F33E8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18B4D-8090-CE85-6EAB-7F1FD046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E5C63-80AD-A1D2-EA62-844B74D4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13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17CE-583C-E8CD-0BA6-917285B9A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BDE59-7AB2-97FD-C968-66A1A5838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12E41-754B-D899-5710-67EC5232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09B9E-E9CA-D9D8-1109-DBD716B6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945F4-06D1-2EC0-FB8B-2F94D40B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63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B853-F8ED-0D46-ED0C-DADAFCB7D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69706-DE23-602E-F8F2-D414F93D7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023DC-9FF7-C42B-6589-25EB72B4C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7C004-F81D-6C73-08F6-3130CAAB1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EA399-C539-AE96-F4BB-917021E2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9FCFC-8CA0-3FC6-B26C-428BFD8FF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011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AF54-0DA8-F80D-568A-2849720F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AF60E-3347-37C7-D9F8-4500A5E99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FFA28-78CA-FB86-A2A8-00310876B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C780BF-A756-B9B4-943C-DE1A28E27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FD7162-7895-5A25-B520-5431CBC81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F64BDD-FF93-8075-DDCA-11456DC4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8E6E65-1083-ACD4-841C-0E52A91A9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D86029-EB6C-D72D-0BF6-B5CFE93F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78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83FC-61B5-E88D-CAC3-02AF89FA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E7588-7C8F-259B-BFB3-E5300121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D9DE3-B468-932B-87DF-74E3AB038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AF4BE-194D-7CC8-81A5-35F73C790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869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426355-3505-E524-43A4-E4EA252E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C0045C-CD7A-8983-2E1E-D7043329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FA454-E4CA-D54E-5F9D-0F42DF74A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413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B9AB-2DFC-E1AC-04CE-E50A69178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C5315-89DA-E53E-EB4A-B58EE577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A7F7F-B069-E06B-0421-0ABECA2CD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1E1D5-743B-2DEF-2EE0-C3DD2D48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48BE8-93F9-94A6-06F4-7D66FDB5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EA26E-4CF0-4FCC-70D0-1FE81B87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260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ECCAB-DC8A-B4CC-85A4-4B571AEE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729D84-5282-D67A-D55B-C8454E50D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69288-6521-E5C9-D35B-7C0A3F049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6742D-34FE-564A-0A7F-38DED7EB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18718-E4AF-C957-D2E1-5EBA8AC9D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EFBD-D1EF-B0C1-781C-1A28191F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391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7CF2-AA4F-2FAB-9E38-46A3D442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20BE4-59A5-918C-9114-DDD726505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E1AB7-1E14-0E4F-C9CF-057CCA11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D1750-8CB4-34BD-E9FF-F8E96A23B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06384-9615-8242-5AC3-C45B2252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8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75C26D-CF88-A1F0-084A-D406A3F56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5558B-7140-9551-1C06-45616D4BE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7ABC1-CEFB-877B-E3B3-7A35E145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578FF-AC41-FD09-0305-5A9EF2E56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13B14-88B0-26E3-1595-1673F337C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37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731C2-2232-A306-F14C-08815158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A10EA-91E9-BB89-21E1-80D68FEBD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A0CDF-42A3-02CB-ECBB-E03E1575E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DD2AD7-AD59-4F2E-B576-DEE5AC28E87C}" type="datetimeFigureOut">
              <a:rPr lang="en-GB" smtClean="0"/>
              <a:t>09/01/2023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15FD4-3CB7-CB47-AB25-4386C6058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56E9F-A583-E83C-46F0-B36CA06A2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7FA6B-DACB-4CF8-AA05-84784790A40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695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741AF35-224F-ADF9-0F82-AADC0E8CFCCE}"/>
              </a:ext>
            </a:extLst>
          </p:cNvPr>
          <p:cNvSpPr/>
          <p:nvPr/>
        </p:nvSpPr>
        <p:spPr>
          <a:xfrm>
            <a:off x="5753645" y="329721"/>
            <a:ext cx="1080655" cy="434109"/>
          </a:xfrm>
          <a:prstGeom prst="roundRect">
            <a:avLst>
              <a:gd name="adj" fmla="val 385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CFC8D8-ED22-C4C8-98E2-70DA256EDF20}"/>
              </a:ext>
            </a:extLst>
          </p:cNvPr>
          <p:cNvSpPr/>
          <p:nvPr/>
        </p:nvSpPr>
        <p:spPr>
          <a:xfrm>
            <a:off x="5013947" y="1017916"/>
            <a:ext cx="2560046" cy="638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Follow line until node detected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A2547F-02CA-1375-85F9-41A7DF74186C}"/>
              </a:ext>
            </a:extLst>
          </p:cNvPr>
          <p:cNvSpPr/>
          <p:nvPr/>
        </p:nvSpPr>
        <p:spPr>
          <a:xfrm>
            <a:off x="5013947" y="1876202"/>
            <a:ext cx="2560046" cy="711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Move forward so left sensor sees past wall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06E73ADF-128F-4687-53DE-83D5DCAFED2C}"/>
              </a:ext>
            </a:extLst>
          </p:cNvPr>
          <p:cNvSpPr/>
          <p:nvPr/>
        </p:nvSpPr>
        <p:spPr>
          <a:xfrm>
            <a:off x="5281115" y="2807856"/>
            <a:ext cx="2025709" cy="109891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Wall on left?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2B382344-34D9-548F-2481-634BEF99DE90}"/>
              </a:ext>
            </a:extLst>
          </p:cNvPr>
          <p:cNvSpPr/>
          <p:nvPr/>
        </p:nvSpPr>
        <p:spPr>
          <a:xfrm>
            <a:off x="5281114" y="4126698"/>
            <a:ext cx="2025709" cy="109891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Wall in front?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6A0A896-B749-BFFA-19B3-3C9B6F221292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6293970" y="763830"/>
            <a:ext cx="3" cy="254086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CF617C-EBAB-39B7-0428-FACCAA72C6C5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6293970" y="1656271"/>
            <a:ext cx="0" cy="219931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FE39D63-583A-A424-49EB-B58A77E515C5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6293970" y="2587925"/>
            <a:ext cx="0" cy="219931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7F651B-BD01-542E-B308-81F4D4F1ECEA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flipH="1">
            <a:off x="6293969" y="3906767"/>
            <a:ext cx="1" cy="219931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6846630-40C0-F646-4A02-3F0EF5BFC12E}"/>
              </a:ext>
            </a:extLst>
          </p:cNvPr>
          <p:cNvSpPr/>
          <p:nvPr/>
        </p:nvSpPr>
        <p:spPr>
          <a:xfrm>
            <a:off x="7573993" y="3001450"/>
            <a:ext cx="1442502" cy="711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Turn left 90°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A0E77C-69A4-93C8-BF09-E020B6EC7F81}"/>
              </a:ext>
            </a:extLst>
          </p:cNvPr>
          <p:cNvSpPr/>
          <p:nvPr/>
        </p:nvSpPr>
        <p:spPr>
          <a:xfrm>
            <a:off x="5560021" y="5484222"/>
            <a:ext cx="1467893" cy="711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Turn right 90°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0BB1C82-999C-CDC8-8D53-A42E8E5ADAB1}"/>
              </a:ext>
            </a:extLst>
          </p:cNvPr>
          <p:cNvCxnSpPr>
            <a:cxnSpLocks/>
            <a:stCxn id="12" idx="2"/>
            <a:endCxn id="27" idx="0"/>
          </p:cNvCxnSpPr>
          <p:nvPr/>
        </p:nvCxnSpPr>
        <p:spPr>
          <a:xfrm flipH="1">
            <a:off x="6293968" y="5225609"/>
            <a:ext cx="1" cy="258613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6E13DED-179B-B91A-9253-88B15299C43B}"/>
              </a:ext>
            </a:extLst>
          </p:cNvPr>
          <p:cNvSpPr/>
          <p:nvPr/>
        </p:nvSpPr>
        <p:spPr>
          <a:xfrm>
            <a:off x="4907280" y="3970020"/>
            <a:ext cx="1386840" cy="1897380"/>
          </a:xfrm>
          <a:custGeom>
            <a:avLst/>
            <a:gdLst>
              <a:gd name="connsiteX0" fmla="*/ 640080 w 1386840"/>
              <a:gd name="connsiteY0" fmla="*/ 1897380 h 1897380"/>
              <a:gd name="connsiteX1" fmla="*/ 0 w 1386840"/>
              <a:gd name="connsiteY1" fmla="*/ 1897380 h 1897380"/>
              <a:gd name="connsiteX2" fmla="*/ 0 w 1386840"/>
              <a:gd name="connsiteY2" fmla="*/ 0 h 1897380"/>
              <a:gd name="connsiteX3" fmla="*/ 1386840 w 1386840"/>
              <a:gd name="connsiteY3" fmla="*/ 0 h 1897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6840" h="1897380">
                <a:moveTo>
                  <a:pt x="640080" y="1897380"/>
                </a:moveTo>
                <a:lnTo>
                  <a:pt x="0" y="1897380"/>
                </a:lnTo>
                <a:lnTo>
                  <a:pt x="0" y="0"/>
                </a:lnTo>
                <a:lnTo>
                  <a:pt x="1386840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14D6F29-63F8-28D2-ABA5-6E28C179F82A}"/>
              </a:ext>
            </a:extLst>
          </p:cNvPr>
          <p:cNvSpPr/>
          <p:nvPr/>
        </p:nvSpPr>
        <p:spPr>
          <a:xfrm>
            <a:off x="7306823" y="1376693"/>
            <a:ext cx="2118360" cy="3299460"/>
          </a:xfrm>
          <a:custGeom>
            <a:avLst/>
            <a:gdLst>
              <a:gd name="connsiteX0" fmla="*/ 0 w 2118360"/>
              <a:gd name="connsiteY0" fmla="*/ 3299460 h 3299460"/>
              <a:gd name="connsiteX1" fmla="*/ 2118360 w 2118360"/>
              <a:gd name="connsiteY1" fmla="*/ 3299460 h 3299460"/>
              <a:gd name="connsiteX2" fmla="*/ 2118360 w 2118360"/>
              <a:gd name="connsiteY2" fmla="*/ 0 h 3299460"/>
              <a:gd name="connsiteX3" fmla="*/ 274320 w 2118360"/>
              <a:gd name="connsiteY3" fmla="*/ 0 h 3299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8360" h="3299460">
                <a:moveTo>
                  <a:pt x="0" y="3299460"/>
                </a:moveTo>
                <a:lnTo>
                  <a:pt x="2118360" y="3299460"/>
                </a:lnTo>
                <a:lnTo>
                  <a:pt x="2118360" y="0"/>
                </a:lnTo>
                <a:lnTo>
                  <a:pt x="274320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C181ED1-73E4-DFC7-4C07-18AE4D9CC117}"/>
              </a:ext>
            </a:extLst>
          </p:cNvPr>
          <p:cNvCxnSpPr>
            <a:cxnSpLocks/>
            <a:stCxn id="10" idx="3"/>
            <a:endCxn id="26" idx="1"/>
          </p:cNvCxnSpPr>
          <p:nvPr/>
        </p:nvCxnSpPr>
        <p:spPr>
          <a:xfrm>
            <a:off x="7306824" y="3357312"/>
            <a:ext cx="267169" cy="0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DCC90E0-4ACC-03DF-B23A-3673F8AADD93}"/>
              </a:ext>
            </a:extLst>
          </p:cNvPr>
          <p:cNvCxnSpPr>
            <a:cxnSpLocks/>
          </p:cNvCxnSpPr>
          <p:nvPr/>
        </p:nvCxnSpPr>
        <p:spPr>
          <a:xfrm>
            <a:off x="9016495" y="3327400"/>
            <a:ext cx="408688" cy="0"/>
          </a:xfrm>
          <a:prstGeom prst="straightConnector1">
            <a:avLst/>
          </a:prstGeom>
          <a:ln w="12700">
            <a:solidFill>
              <a:srgbClr val="2F528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8C0EE92-7A7A-F588-A7DD-CCB2348C8F20}"/>
              </a:ext>
            </a:extLst>
          </p:cNvPr>
          <p:cNvSpPr/>
          <p:nvPr/>
        </p:nvSpPr>
        <p:spPr>
          <a:xfrm>
            <a:off x="6145564" y="3794811"/>
            <a:ext cx="612845" cy="418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Yes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32A20BC-4CE0-842C-F097-53CD4563BF61}"/>
              </a:ext>
            </a:extLst>
          </p:cNvPr>
          <p:cNvSpPr/>
          <p:nvPr/>
        </p:nvSpPr>
        <p:spPr>
          <a:xfrm>
            <a:off x="6134554" y="5128080"/>
            <a:ext cx="612845" cy="418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Yes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7D5C00-AB82-2791-B5AB-23453F0D364E}"/>
              </a:ext>
            </a:extLst>
          </p:cNvPr>
          <p:cNvSpPr/>
          <p:nvPr/>
        </p:nvSpPr>
        <p:spPr>
          <a:xfrm>
            <a:off x="7133985" y="4345265"/>
            <a:ext cx="612845" cy="418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D3930C-6EAC-0ECD-9422-831081DAC434}"/>
              </a:ext>
            </a:extLst>
          </p:cNvPr>
          <p:cNvSpPr/>
          <p:nvPr/>
        </p:nvSpPr>
        <p:spPr>
          <a:xfrm>
            <a:off x="7083979" y="3026423"/>
            <a:ext cx="612845" cy="418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No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132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C984B5-217D-D76B-59CA-FCBBB3F3A115}"/>
              </a:ext>
            </a:extLst>
          </p:cNvPr>
          <p:cNvSpPr/>
          <p:nvPr/>
        </p:nvSpPr>
        <p:spPr>
          <a:xfrm>
            <a:off x="7650480" y="1552754"/>
            <a:ext cx="266700" cy="47794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5738BDC-127E-6C35-2116-466F6CB62DB5}"/>
              </a:ext>
            </a:extLst>
          </p:cNvPr>
          <p:cNvGrpSpPr/>
          <p:nvPr/>
        </p:nvGrpSpPr>
        <p:grpSpPr>
          <a:xfrm>
            <a:off x="7553325" y="2414269"/>
            <a:ext cx="727710" cy="271146"/>
            <a:chOff x="8877300" y="2049779"/>
            <a:chExt cx="727710" cy="27114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65A7E93-84B9-50D3-2FC6-387FAD246C4C}"/>
                </a:ext>
              </a:extLst>
            </p:cNvPr>
            <p:cNvSpPr/>
            <p:nvPr/>
          </p:nvSpPr>
          <p:spPr>
            <a:xfrm>
              <a:off x="8877300" y="2049780"/>
              <a:ext cx="266700" cy="27114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EB15BC2-4012-2990-EC1C-9B63734A329E}"/>
                </a:ext>
              </a:extLst>
            </p:cNvPr>
            <p:cNvSpPr/>
            <p:nvPr/>
          </p:nvSpPr>
          <p:spPr>
            <a:xfrm>
              <a:off x="9338310" y="2049779"/>
              <a:ext cx="266700" cy="27114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E1C6C23-CDCF-2E9B-C247-EF35CDAA3DB3}"/>
              </a:ext>
            </a:extLst>
          </p:cNvPr>
          <p:cNvSpPr/>
          <p:nvPr/>
        </p:nvSpPr>
        <p:spPr>
          <a:xfrm>
            <a:off x="8146726" y="1970416"/>
            <a:ext cx="586753" cy="63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959554-50E2-0393-2C26-36F716B8689D}"/>
              </a:ext>
            </a:extLst>
          </p:cNvPr>
          <p:cNvSpPr/>
          <p:nvPr/>
        </p:nvSpPr>
        <p:spPr>
          <a:xfrm>
            <a:off x="7085628" y="1970416"/>
            <a:ext cx="586753" cy="63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30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4511E5-BCDC-EB9A-F079-2BCFA0DD930D}"/>
              </a:ext>
            </a:extLst>
          </p:cNvPr>
          <p:cNvGrpSpPr/>
          <p:nvPr/>
        </p:nvGrpSpPr>
        <p:grpSpPr>
          <a:xfrm>
            <a:off x="7419016" y="3978084"/>
            <a:ext cx="727710" cy="271146"/>
            <a:chOff x="8877300" y="2049779"/>
            <a:chExt cx="727710" cy="27114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1D68434-207D-512F-1115-E968B10E3D5C}"/>
                </a:ext>
              </a:extLst>
            </p:cNvPr>
            <p:cNvSpPr/>
            <p:nvPr/>
          </p:nvSpPr>
          <p:spPr>
            <a:xfrm>
              <a:off x="8877300" y="2049780"/>
              <a:ext cx="266700" cy="27114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EC8D0A-785B-8077-1B2A-59EEF903745F}"/>
                </a:ext>
              </a:extLst>
            </p:cNvPr>
            <p:cNvSpPr/>
            <p:nvPr/>
          </p:nvSpPr>
          <p:spPr>
            <a:xfrm>
              <a:off x="9338310" y="2049779"/>
              <a:ext cx="266700" cy="27114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64B1B8F-9263-E533-A5AF-BD99DD4294DC}"/>
              </a:ext>
            </a:extLst>
          </p:cNvPr>
          <p:cNvSpPr/>
          <p:nvPr/>
        </p:nvSpPr>
        <p:spPr>
          <a:xfrm>
            <a:off x="8012417" y="3534231"/>
            <a:ext cx="586753" cy="63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CB8C5A-647D-D2AE-1940-0115CDE5683A}"/>
              </a:ext>
            </a:extLst>
          </p:cNvPr>
          <p:cNvSpPr/>
          <p:nvPr/>
        </p:nvSpPr>
        <p:spPr>
          <a:xfrm>
            <a:off x="6951319" y="3534231"/>
            <a:ext cx="586753" cy="63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40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56C408-FEB9-4171-E673-0DCC067F60BB}"/>
              </a:ext>
            </a:extLst>
          </p:cNvPr>
          <p:cNvCxnSpPr/>
          <p:nvPr/>
        </p:nvCxnSpPr>
        <p:spPr>
          <a:xfrm flipV="1">
            <a:off x="7779543" y="3459924"/>
            <a:ext cx="0" cy="5181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BF50C12-2BC8-59E6-B541-70530177845A}"/>
              </a:ext>
            </a:extLst>
          </p:cNvPr>
          <p:cNvCxnSpPr>
            <a:cxnSpLocks/>
          </p:cNvCxnSpPr>
          <p:nvPr/>
        </p:nvCxnSpPr>
        <p:spPr>
          <a:xfrm flipH="1" flipV="1">
            <a:off x="7750969" y="1869250"/>
            <a:ext cx="166211" cy="5181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534FBD9-D5AF-B9F8-AD8C-85B96A23946F}"/>
              </a:ext>
            </a:extLst>
          </p:cNvPr>
          <p:cNvGrpSpPr/>
          <p:nvPr/>
        </p:nvGrpSpPr>
        <p:grpSpPr>
          <a:xfrm>
            <a:off x="7284707" y="5826886"/>
            <a:ext cx="727710" cy="271146"/>
            <a:chOff x="8877300" y="2049779"/>
            <a:chExt cx="727710" cy="27114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DAC61FD-F6BD-A62C-9ED5-717D207F13B9}"/>
                </a:ext>
              </a:extLst>
            </p:cNvPr>
            <p:cNvSpPr/>
            <p:nvPr/>
          </p:nvSpPr>
          <p:spPr>
            <a:xfrm>
              <a:off x="8877300" y="2049780"/>
              <a:ext cx="266700" cy="27114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58CCFFF-BB09-FFDB-B6E8-0647D8C70C14}"/>
                </a:ext>
              </a:extLst>
            </p:cNvPr>
            <p:cNvSpPr/>
            <p:nvPr/>
          </p:nvSpPr>
          <p:spPr>
            <a:xfrm>
              <a:off x="9338310" y="2049779"/>
              <a:ext cx="266700" cy="271145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71F7EB9-1FFF-EE8C-AFFB-BF0C3929AF69}"/>
              </a:ext>
            </a:extLst>
          </p:cNvPr>
          <p:cNvSpPr/>
          <p:nvPr/>
        </p:nvSpPr>
        <p:spPr>
          <a:xfrm>
            <a:off x="7878108" y="5383033"/>
            <a:ext cx="586753" cy="63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7515EC-DA9D-2C7E-9806-7CEA9B03683F}"/>
              </a:ext>
            </a:extLst>
          </p:cNvPr>
          <p:cNvSpPr/>
          <p:nvPr/>
        </p:nvSpPr>
        <p:spPr>
          <a:xfrm>
            <a:off x="6817010" y="5383033"/>
            <a:ext cx="586753" cy="63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50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D491C75-4927-9D6A-F271-C84EA6C92D91}"/>
              </a:ext>
            </a:extLst>
          </p:cNvPr>
          <p:cNvCxnSpPr>
            <a:cxnSpLocks/>
          </p:cNvCxnSpPr>
          <p:nvPr/>
        </p:nvCxnSpPr>
        <p:spPr>
          <a:xfrm flipV="1">
            <a:off x="7648562" y="5255007"/>
            <a:ext cx="190735" cy="54502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9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4F42BC-D480-374F-BA81-DB0C5D8152B9}"/>
              </a:ext>
            </a:extLst>
          </p:cNvPr>
          <p:cNvSpPr/>
          <p:nvPr/>
        </p:nvSpPr>
        <p:spPr>
          <a:xfrm>
            <a:off x="3811442" y="104774"/>
            <a:ext cx="646258" cy="325168"/>
          </a:xfrm>
          <a:prstGeom prst="roundRect">
            <a:avLst>
              <a:gd name="adj" fmla="val 385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Start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272DB-74C8-59FE-FDC7-1A44D0A18084}"/>
              </a:ext>
            </a:extLst>
          </p:cNvPr>
          <p:cNvSpPr/>
          <p:nvPr/>
        </p:nvSpPr>
        <p:spPr>
          <a:xfrm>
            <a:off x="3400624" y="590879"/>
            <a:ext cx="1467888" cy="510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Input left-hand rule solved maze path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16C4C6-0592-6BBD-36CB-E2577CC77CC8}"/>
              </a:ext>
            </a:extLst>
          </p:cNvPr>
          <p:cNvSpPr/>
          <p:nvPr/>
        </p:nvSpPr>
        <p:spPr>
          <a:xfrm>
            <a:off x="3400626" y="1294742"/>
            <a:ext cx="1467884" cy="510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Check from start of maze path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D971263B-01CB-E7E7-3D80-E3A8EFDB2377}"/>
              </a:ext>
            </a:extLst>
          </p:cNvPr>
          <p:cNvSpPr/>
          <p:nvPr/>
        </p:nvSpPr>
        <p:spPr>
          <a:xfrm>
            <a:off x="3121713" y="2582909"/>
            <a:ext cx="2025709" cy="109891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Are LR or RL the next 2 moves?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4184B944-CF73-EBEA-5205-64F7C2BB01E3}"/>
              </a:ext>
            </a:extLst>
          </p:cNvPr>
          <p:cNvSpPr/>
          <p:nvPr/>
        </p:nvSpPr>
        <p:spPr>
          <a:xfrm>
            <a:off x="-23842" y="4680603"/>
            <a:ext cx="2025709" cy="109891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Wall in front?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ADC823-1E01-B33A-7595-07CEA52678A7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4134568" y="429942"/>
            <a:ext cx="3" cy="160937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5F7895-85AB-F5B9-2CE3-A5BE1FFD2BEE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134568" y="1101800"/>
            <a:ext cx="0" cy="192942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A03E19-5001-745B-6848-7E4D24DA7374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4134568" y="1805662"/>
            <a:ext cx="0" cy="777247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8BC75EC-D243-FEC6-AFBC-9C95BCF7BB60}"/>
              </a:ext>
            </a:extLst>
          </p:cNvPr>
          <p:cNvSpPr/>
          <p:nvPr/>
        </p:nvSpPr>
        <p:spPr>
          <a:xfrm>
            <a:off x="255065" y="6005377"/>
            <a:ext cx="1467893" cy="711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Turn right 90°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9198081-6107-5DF0-3510-79D299C9576C}"/>
              </a:ext>
            </a:extLst>
          </p:cNvPr>
          <p:cNvCxnSpPr>
            <a:cxnSpLocks/>
            <a:stCxn id="12" idx="2"/>
            <a:endCxn id="25" idx="0"/>
          </p:cNvCxnSpPr>
          <p:nvPr/>
        </p:nvCxnSpPr>
        <p:spPr>
          <a:xfrm flipH="1">
            <a:off x="989012" y="5779514"/>
            <a:ext cx="1" cy="225863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FDE32C4-3947-3462-9D02-E246F2BD96FE}"/>
              </a:ext>
            </a:extLst>
          </p:cNvPr>
          <p:cNvSpPr/>
          <p:nvPr/>
        </p:nvSpPr>
        <p:spPr>
          <a:xfrm>
            <a:off x="3994717" y="3550373"/>
            <a:ext cx="612845" cy="418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Yes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B18ADE7-0EB2-512F-1252-B416D603C921}"/>
              </a:ext>
            </a:extLst>
          </p:cNvPr>
          <p:cNvSpPr/>
          <p:nvPr/>
        </p:nvSpPr>
        <p:spPr>
          <a:xfrm>
            <a:off x="4840998" y="2796343"/>
            <a:ext cx="612845" cy="418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No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49" name="Diamond 2048">
            <a:extLst>
              <a:ext uri="{FF2B5EF4-FFF2-40B4-BE49-F238E27FC236}">
                <a16:creationId xmlns:a16="http://schemas.microsoft.com/office/drawing/2014/main" id="{DCF106E8-CB5D-93BA-48D5-E22685F00E4F}"/>
              </a:ext>
            </a:extLst>
          </p:cNvPr>
          <p:cNvSpPr/>
          <p:nvPr/>
        </p:nvSpPr>
        <p:spPr>
          <a:xfrm>
            <a:off x="5467203" y="2582909"/>
            <a:ext cx="2025709" cy="109891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Are LRRR, RRRL or FRRF the next 4 moves?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0575DE5-A9FD-59EB-D1A0-33C9AAA64682}"/>
              </a:ext>
            </a:extLst>
          </p:cNvPr>
          <p:cNvSpPr/>
          <p:nvPr/>
        </p:nvSpPr>
        <p:spPr>
          <a:xfrm>
            <a:off x="3400626" y="4018566"/>
            <a:ext cx="1467884" cy="510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Increase checking index by 2</a:t>
            </a:r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8D56DA5D-C451-4649-36D6-3346C80167B6}"/>
              </a:ext>
            </a:extLst>
          </p:cNvPr>
          <p:cNvSpPr/>
          <p:nvPr/>
        </p:nvSpPr>
        <p:spPr>
          <a:xfrm>
            <a:off x="5732755" y="4680603"/>
            <a:ext cx="1467884" cy="510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Add RR to shortest path list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6219187D-D3D9-54B0-0F50-FAAEE9A286FB}"/>
              </a:ext>
            </a:extLst>
          </p:cNvPr>
          <p:cNvSpPr/>
          <p:nvPr/>
        </p:nvSpPr>
        <p:spPr>
          <a:xfrm>
            <a:off x="5732755" y="3927997"/>
            <a:ext cx="1467884" cy="510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Increase checking index by 4</a:t>
            </a:r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7216929D-95B7-A5D7-D473-F17E82FE8FC7}"/>
              </a:ext>
            </a:extLst>
          </p:cNvPr>
          <p:cNvSpPr/>
          <p:nvPr/>
        </p:nvSpPr>
        <p:spPr>
          <a:xfrm>
            <a:off x="7739843" y="2871733"/>
            <a:ext cx="1467884" cy="556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Add current maze path move to shortest path list</a:t>
            </a: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C121A885-2334-3C48-3253-05319D139ACC}"/>
              </a:ext>
            </a:extLst>
          </p:cNvPr>
          <p:cNvSpPr/>
          <p:nvPr/>
        </p:nvSpPr>
        <p:spPr>
          <a:xfrm>
            <a:off x="7739843" y="3614952"/>
            <a:ext cx="1467884" cy="510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Increase checking index by 1</a:t>
            </a:r>
          </a:p>
        </p:txBody>
      </p:sp>
      <p:cxnSp>
        <p:nvCxnSpPr>
          <p:cNvPr id="2062" name="Straight Arrow Connector 2061">
            <a:extLst>
              <a:ext uri="{FF2B5EF4-FFF2-40B4-BE49-F238E27FC236}">
                <a16:creationId xmlns:a16="http://schemas.microsoft.com/office/drawing/2014/main" id="{3963AB5E-084B-9153-FA4B-0F5E608BA49F}"/>
              </a:ext>
            </a:extLst>
          </p:cNvPr>
          <p:cNvCxnSpPr>
            <a:cxnSpLocks/>
            <a:stCxn id="10" idx="2"/>
            <a:endCxn id="2057" idx="0"/>
          </p:cNvCxnSpPr>
          <p:nvPr/>
        </p:nvCxnSpPr>
        <p:spPr>
          <a:xfrm>
            <a:off x="4134568" y="3681820"/>
            <a:ext cx="0" cy="336746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137428CE-2713-4AC3-6407-F0B5D3162D3F}"/>
              </a:ext>
            </a:extLst>
          </p:cNvPr>
          <p:cNvSpPr/>
          <p:nvPr/>
        </p:nvSpPr>
        <p:spPr>
          <a:xfrm>
            <a:off x="4124325" y="2247900"/>
            <a:ext cx="5724525" cy="3362325"/>
          </a:xfrm>
          <a:custGeom>
            <a:avLst/>
            <a:gdLst>
              <a:gd name="connsiteX0" fmla="*/ 0 w 5724525"/>
              <a:gd name="connsiteY0" fmla="*/ 2295525 h 3362325"/>
              <a:gd name="connsiteX1" fmla="*/ 0 w 5724525"/>
              <a:gd name="connsiteY1" fmla="*/ 3362325 h 3362325"/>
              <a:gd name="connsiteX2" fmla="*/ 5724525 w 5724525"/>
              <a:gd name="connsiteY2" fmla="*/ 3362325 h 3362325"/>
              <a:gd name="connsiteX3" fmla="*/ 5724525 w 5724525"/>
              <a:gd name="connsiteY3" fmla="*/ 38100 h 3362325"/>
              <a:gd name="connsiteX4" fmla="*/ 5591175 w 5724525"/>
              <a:gd name="connsiteY4" fmla="*/ 0 h 3362325"/>
              <a:gd name="connsiteX5" fmla="*/ 9525 w 5724525"/>
              <a:gd name="connsiteY5" fmla="*/ 0 h 3362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4525" h="3362325">
                <a:moveTo>
                  <a:pt x="0" y="2295525"/>
                </a:moveTo>
                <a:lnTo>
                  <a:pt x="0" y="3362325"/>
                </a:lnTo>
                <a:lnTo>
                  <a:pt x="5724525" y="3362325"/>
                </a:lnTo>
                <a:lnTo>
                  <a:pt x="5724525" y="38100"/>
                </a:lnTo>
                <a:lnTo>
                  <a:pt x="5591175" y="0"/>
                </a:lnTo>
                <a:lnTo>
                  <a:pt x="9525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68" name="Straight Arrow Connector 2067">
            <a:extLst>
              <a:ext uri="{FF2B5EF4-FFF2-40B4-BE49-F238E27FC236}">
                <a16:creationId xmlns:a16="http://schemas.microsoft.com/office/drawing/2014/main" id="{31C019CF-D702-D2A9-9570-5E4AF41F507F}"/>
              </a:ext>
            </a:extLst>
          </p:cNvPr>
          <p:cNvCxnSpPr>
            <a:cxnSpLocks/>
            <a:stCxn id="2049" idx="2"/>
            <a:endCxn id="2059" idx="0"/>
          </p:cNvCxnSpPr>
          <p:nvPr/>
        </p:nvCxnSpPr>
        <p:spPr>
          <a:xfrm flipH="1">
            <a:off x="6466697" y="3681820"/>
            <a:ext cx="13361" cy="246177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Straight Arrow Connector 2070">
            <a:extLst>
              <a:ext uri="{FF2B5EF4-FFF2-40B4-BE49-F238E27FC236}">
                <a16:creationId xmlns:a16="http://schemas.microsoft.com/office/drawing/2014/main" id="{4B2E1733-0A05-A87C-AE90-DC5223794A9F}"/>
              </a:ext>
            </a:extLst>
          </p:cNvPr>
          <p:cNvCxnSpPr>
            <a:cxnSpLocks/>
            <a:stCxn id="2059" idx="2"/>
            <a:endCxn id="2058" idx="0"/>
          </p:cNvCxnSpPr>
          <p:nvPr/>
        </p:nvCxnSpPr>
        <p:spPr>
          <a:xfrm>
            <a:off x="6466697" y="4438917"/>
            <a:ext cx="0" cy="241686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Straight Arrow Connector 2073">
            <a:extLst>
              <a:ext uri="{FF2B5EF4-FFF2-40B4-BE49-F238E27FC236}">
                <a16:creationId xmlns:a16="http://schemas.microsoft.com/office/drawing/2014/main" id="{4908FE17-5777-2760-8EF8-3B9A7D28EDE1}"/>
              </a:ext>
            </a:extLst>
          </p:cNvPr>
          <p:cNvCxnSpPr>
            <a:cxnSpLocks/>
            <a:stCxn id="2049" idx="3"/>
            <a:endCxn id="2060" idx="1"/>
          </p:cNvCxnSpPr>
          <p:nvPr/>
        </p:nvCxnSpPr>
        <p:spPr>
          <a:xfrm>
            <a:off x="7492912" y="3132365"/>
            <a:ext cx="246931" cy="17602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Straight Arrow Connector 2076">
            <a:extLst>
              <a:ext uri="{FF2B5EF4-FFF2-40B4-BE49-F238E27FC236}">
                <a16:creationId xmlns:a16="http://schemas.microsoft.com/office/drawing/2014/main" id="{A38AE2C4-76AE-DFA2-3FC4-3722665705FD}"/>
              </a:ext>
            </a:extLst>
          </p:cNvPr>
          <p:cNvCxnSpPr>
            <a:cxnSpLocks/>
            <a:stCxn id="10" idx="3"/>
            <a:endCxn id="2049" idx="1"/>
          </p:cNvCxnSpPr>
          <p:nvPr/>
        </p:nvCxnSpPr>
        <p:spPr>
          <a:xfrm>
            <a:off x="5147422" y="3132365"/>
            <a:ext cx="319781" cy="0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0" name="Straight Arrow Connector 2079">
            <a:extLst>
              <a:ext uri="{FF2B5EF4-FFF2-40B4-BE49-F238E27FC236}">
                <a16:creationId xmlns:a16="http://schemas.microsoft.com/office/drawing/2014/main" id="{F43769E8-FA38-FF1A-8446-804B462367D2}"/>
              </a:ext>
            </a:extLst>
          </p:cNvPr>
          <p:cNvCxnSpPr>
            <a:cxnSpLocks/>
            <a:stCxn id="2060" idx="2"/>
            <a:endCxn id="2061" idx="0"/>
          </p:cNvCxnSpPr>
          <p:nvPr/>
        </p:nvCxnSpPr>
        <p:spPr>
          <a:xfrm>
            <a:off x="8473785" y="3428200"/>
            <a:ext cx="0" cy="186752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3" name="Straight Arrow Connector 2082">
            <a:extLst>
              <a:ext uri="{FF2B5EF4-FFF2-40B4-BE49-F238E27FC236}">
                <a16:creationId xmlns:a16="http://schemas.microsoft.com/office/drawing/2014/main" id="{79326BE9-A1D0-6282-1FE9-16BDD780378B}"/>
              </a:ext>
            </a:extLst>
          </p:cNvPr>
          <p:cNvCxnSpPr>
            <a:cxnSpLocks/>
            <a:stCxn id="2061" idx="2"/>
            <a:endCxn id="2096" idx="0"/>
          </p:cNvCxnSpPr>
          <p:nvPr/>
        </p:nvCxnSpPr>
        <p:spPr>
          <a:xfrm>
            <a:off x="8473785" y="4125872"/>
            <a:ext cx="0" cy="358592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6" name="Straight Arrow Connector 2085">
            <a:extLst>
              <a:ext uri="{FF2B5EF4-FFF2-40B4-BE49-F238E27FC236}">
                <a16:creationId xmlns:a16="http://schemas.microsoft.com/office/drawing/2014/main" id="{E5CB16D6-84C5-994C-F77D-7AF8DD6EE07D}"/>
              </a:ext>
            </a:extLst>
          </p:cNvPr>
          <p:cNvCxnSpPr>
            <a:cxnSpLocks/>
            <a:stCxn id="2058" idx="2"/>
          </p:cNvCxnSpPr>
          <p:nvPr/>
        </p:nvCxnSpPr>
        <p:spPr>
          <a:xfrm>
            <a:off x="6466697" y="5191523"/>
            <a:ext cx="0" cy="405823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9" name="Rectangle 2088">
            <a:extLst>
              <a:ext uri="{FF2B5EF4-FFF2-40B4-BE49-F238E27FC236}">
                <a16:creationId xmlns:a16="http://schemas.microsoft.com/office/drawing/2014/main" id="{C70A418D-812B-A59D-FE65-FC1FCE9E61FF}"/>
              </a:ext>
            </a:extLst>
          </p:cNvPr>
          <p:cNvSpPr/>
          <p:nvPr/>
        </p:nvSpPr>
        <p:spPr>
          <a:xfrm>
            <a:off x="6347279" y="3578663"/>
            <a:ext cx="612845" cy="418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Yes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090" name="Rectangle 2089">
            <a:extLst>
              <a:ext uri="{FF2B5EF4-FFF2-40B4-BE49-F238E27FC236}">
                <a16:creationId xmlns:a16="http://schemas.microsoft.com/office/drawing/2014/main" id="{945192F7-0CC4-1723-DB36-09A355BC8062}"/>
              </a:ext>
            </a:extLst>
          </p:cNvPr>
          <p:cNvSpPr/>
          <p:nvPr/>
        </p:nvSpPr>
        <p:spPr>
          <a:xfrm>
            <a:off x="7263916" y="2796343"/>
            <a:ext cx="612845" cy="418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No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096" name="Diamond 2095">
            <a:extLst>
              <a:ext uri="{FF2B5EF4-FFF2-40B4-BE49-F238E27FC236}">
                <a16:creationId xmlns:a16="http://schemas.microsoft.com/office/drawing/2014/main" id="{5404916D-F89F-FD4D-4B73-723FA065C4F4}"/>
              </a:ext>
            </a:extLst>
          </p:cNvPr>
          <p:cNvSpPr/>
          <p:nvPr/>
        </p:nvSpPr>
        <p:spPr>
          <a:xfrm>
            <a:off x="7519555" y="4484464"/>
            <a:ext cx="1908459" cy="99575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/>
              <a:t>Does checking index = maze path length?</a:t>
            </a:r>
          </a:p>
        </p:txBody>
      </p:sp>
      <p:cxnSp>
        <p:nvCxnSpPr>
          <p:cNvPr id="2100" name="Straight Arrow Connector 2099">
            <a:extLst>
              <a:ext uri="{FF2B5EF4-FFF2-40B4-BE49-F238E27FC236}">
                <a16:creationId xmlns:a16="http://schemas.microsoft.com/office/drawing/2014/main" id="{2C1C40A0-257B-63B6-5E2A-7DF1C4EF27C9}"/>
              </a:ext>
            </a:extLst>
          </p:cNvPr>
          <p:cNvCxnSpPr>
            <a:cxnSpLocks/>
            <a:stCxn id="2096" idx="2"/>
          </p:cNvCxnSpPr>
          <p:nvPr/>
        </p:nvCxnSpPr>
        <p:spPr>
          <a:xfrm>
            <a:off x="8473785" y="5480218"/>
            <a:ext cx="0" cy="150346"/>
          </a:xfrm>
          <a:prstGeom prst="straightConnector1">
            <a:avLst/>
          </a:prstGeom>
          <a:ln w="127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3" name="Rectangle 2102">
            <a:extLst>
              <a:ext uri="{FF2B5EF4-FFF2-40B4-BE49-F238E27FC236}">
                <a16:creationId xmlns:a16="http://schemas.microsoft.com/office/drawing/2014/main" id="{C13B86ED-BAA7-02E4-B12F-F22CCE2D5712}"/>
              </a:ext>
            </a:extLst>
          </p:cNvPr>
          <p:cNvSpPr/>
          <p:nvPr/>
        </p:nvSpPr>
        <p:spPr>
          <a:xfrm>
            <a:off x="8307362" y="5303930"/>
            <a:ext cx="612845" cy="418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No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104" name="Rectangle 2103">
            <a:extLst>
              <a:ext uri="{FF2B5EF4-FFF2-40B4-BE49-F238E27FC236}">
                <a16:creationId xmlns:a16="http://schemas.microsoft.com/office/drawing/2014/main" id="{F86A10AA-4835-A107-E3E9-2A1B7A7C105A}"/>
              </a:ext>
            </a:extLst>
          </p:cNvPr>
          <p:cNvSpPr/>
          <p:nvPr/>
        </p:nvSpPr>
        <p:spPr>
          <a:xfrm>
            <a:off x="9236005" y="4664965"/>
            <a:ext cx="612845" cy="418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solidFill>
                  <a:schemeClr val="tx1"/>
                </a:solidFill>
              </a:rPr>
              <a:t>Yes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105" name="Freeform: Shape 2104">
            <a:extLst>
              <a:ext uri="{FF2B5EF4-FFF2-40B4-BE49-F238E27FC236}">
                <a16:creationId xmlns:a16="http://schemas.microsoft.com/office/drawing/2014/main" id="{C36AD5EC-6E95-DAF5-39B4-6B20FF9D1C09}"/>
              </a:ext>
            </a:extLst>
          </p:cNvPr>
          <p:cNvSpPr/>
          <p:nvPr/>
        </p:nvSpPr>
        <p:spPr>
          <a:xfrm>
            <a:off x="9439275" y="4943475"/>
            <a:ext cx="1162050" cy="47625"/>
          </a:xfrm>
          <a:custGeom>
            <a:avLst/>
            <a:gdLst>
              <a:gd name="connsiteX0" fmla="*/ 0 w 1162050"/>
              <a:gd name="connsiteY0" fmla="*/ 28575 h 47625"/>
              <a:gd name="connsiteX1" fmla="*/ 333375 w 1162050"/>
              <a:gd name="connsiteY1" fmla="*/ 47625 h 47625"/>
              <a:gd name="connsiteX2" fmla="*/ 361950 w 1162050"/>
              <a:gd name="connsiteY2" fmla="*/ 19050 h 47625"/>
              <a:gd name="connsiteX3" fmla="*/ 400050 w 1162050"/>
              <a:gd name="connsiteY3" fmla="*/ 0 h 47625"/>
              <a:gd name="connsiteX4" fmla="*/ 428625 w 1162050"/>
              <a:gd name="connsiteY4" fmla="*/ 0 h 47625"/>
              <a:gd name="connsiteX5" fmla="*/ 466725 w 1162050"/>
              <a:gd name="connsiteY5" fmla="*/ 19050 h 47625"/>
              <a:gd name="connsiteX6" fmla="*/ 466725 w 1162050"/>
              <a:gd name="connsiteY6" fmla="*/ 47625 h 47625"/>
              <a:gd name="connsiteX7" fmla="*/ 1162050 w 1162050"/>
              <a:gd name="connsiteY7" fmla="*/ 47625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2050" h="47625">
                <a:moveTo>
                  <a:pt x="0" y="28575"/>
                </a:moveTo>
                <a:lnTo>
                  <a:pt x="333375" y="47625"/>
                </a:lnTo>
                <a:lnTo>
                  <a:pt x="361950" y="19050"/>
                </a:lnTo>
                <a:lnTo>
                  <a:pt x="400050" y="0"/>
                </a:lnTo>
                <a:lnTo>
                  <a:pt x="428625" y="0"/>
                </a:lnTo>
                <a:lnTo>
                  <a:pt x="466725" y="19050"/>
                </a:lnTo>
                <a:lnTo>
                  <a:pt x="466725" y="47625"/>
                </a:lnTo>
                <a:lnTo>
                  <a:pt x="1162050" y="47625"/>
                </a:lnTo>
              </a:path>
            </a:pathLst>
          </a:cu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06" name="Rectangle: Rounded Corners 2105">
            <a:extLst>
              <a:ext uri="{FF2B5EF4-FFF2-40B4-BE49-F238E27FC236}">
                <a16:creationId xmlns:a16="http://schemas.microsoft.com/office/drawing/2014/main" id="{0E203EF9-9064-9ABF-C022-AC5C9CD99D62}"/>
              </a:ext>
            </a:extLst>
          </p:cNvPr>
          <p:cNvSpPr/>
          <p:nvPr/>
        </p:nvSpPr>
        <p:spPr>
          <a:xfrm>
            <a:off x="10572549" y="4828516"/>
            <a:ext cx="646258" cy="325168"/>
          </a:xfrm>
          <a:prstGeom prst="roundRect">
            <a:avLst>
              <a:gd name="adj" fmla="val 385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Finish</a:t>
            </a:r>
          </a:p>
        </p:txBody>
      </p:sp>
    </p:spTree>
    <p:extLst>
      <p:ext uri="{BB962C8B-B14F-4D97-AF65-F5344CB8AC3E}">
        <p14:creationId xmlns:p14="http://schemas.microsoft.com/office/powerpoint/2010/main" val="441275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FF8441-0A29-FE51-0E28-774A12A04BD8}"/>
              </a:ext>
            </a:extLst>
          </p:cNvPr>
          <p:cNvSpPr/>
          <p:nvPr/>
        </p:nvSpPr>
        <p:spPr>
          <a:xfrm>
            <a:off x="3529211" y="781379"/>
            <a:ext cx="6345356" cy="510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F F F L F L F F F R F R R F L F L F R F F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F9B59125-0161-A0F4-EDD7-376B979B84B1}"/>
              </a:ext>
            </a:extLst>
          </p:cNvPr>
          <p:cNvSpPr/>
          <p:nvPr/>
        </p:nvSpPr>
        <p:spPr>
          <a:xfrm rot="16200000">
            <a:off x="6977897" y="874749"/>
            <a:ext cx="155500" cy="990599"/>
          </a:xfrm>
          <a:prstGeom prst="leftBrace">
            <a:avLst>
              <a:gd name="adj1" fmla="val 20578"/>
              <a:gd name="adj2" fmla="val 48907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F07AA59-DF66-10D3-897C-E8AEF865EBD2}"/>
              </a:ext>
            </a:extLst>
          </p:cNvPr>
          <p:cNvSpPr/>
          <p:nvPr/>
        </p:nvSpPr>
        <p:spPr>
          <a:xfrm rot="16200000">
            <a:off x="6977298" y="1013235"/>
            <a:ext cx="155499" cy="1579963"/>
          </a:xfrm>
          <a:prstGeom prst="leftBrace">
            <a:avLst>
              <a:gd name="adj1" fmla="val 20578"/>
              <a:gd name="adj2" fmla="val 48907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F61720-E862-9701-3799-EC6B709548D4}"/>
              </a:ext>
            </a:extLst>
          </p:cNvPr>
          <p:cNvSpPr/>
          <p:nvPr/>
        </p:nvSpPr>
        <p:spPr>
          <a:xfrm>
            <a:off x="6560344" y="1292298"/>
            <a:ext cx="990600" cy="5109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R 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2DC38-08FD-0A04-D070-49EDB3AC675B}"/>
              </a:ext>
            </a:extLst>
          </p:cNvPr>
          <p:cNvSpPr/>
          <p:nvPr/>
        </p:nvSpPr>
        <p:spPr>
          <a:xfrm>
            <a:off x="6560344" y="1841867"/>
            <a:ext cx="990600" cy="5109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R R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69A7FA9A-C2B1-5204-ABF4-66BB941D7F71}"/>
              </a:ext>
            </a:extLst>
          </p:cNvPr>
          <p:cNvSpPr/>
          <p:nvPr/>
        </p:nvSpPr>
        <p:spPr>
          <a:xfrm rot="16200000">
            <a:off x="6956876" y="1344679"/>
            <a:ext cx="160398" cy="2099309"/>
          </a:xfrm>
          <a:prstGeom prst="leftBrace">
            <a:avLst>
              <a:gd name="adj1" fmla="val 20578"/>
              <a:gd name="adj2" fmla="val 48907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710EDC-9A4F-DA18-9398-3DEC6E5CEF26}"/>
              </a:ext>
            </a:extLst>
          </p:cNvPr>
          <p:cNvCxnSpPr>
            <a:cxnSpLocks/>
          </p:cNvCxnSpPr>
          <p:nvPr/>
        </p:nvCxnSpPr>
        <p:spPr>
          <a:xfrm flipH="1" flipV="1">
            <a:off x="6265065" y="1292298"/>
            <a:ext cx="1" cy="433171"/>
          </a:xfrm>
          <a:prstGeom prst="line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5CD080-0E5E-C196-713C-62D54002EE9B}"/>
              </a:ext>
            </a:extLst>
          </p:cNvPr>
          <p:cNvCxnSpPr/>
          <p:nvPr/>
        </p:nvCxnSpPr>
        <p:spPr>
          <a:xfrm flipH="1" flipV="1">
            <a:off x="7845029" y="1292298"/>
            <a:ext cx="1" cy="433171"/>
          </a:xfrm>
          <a:prstGeom prst="line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DDFDEDD-3137-4051-48DC-70F3E839F8E1}"/>
              </a:ext>
            </a:extLst>
          </p:cNvPr>
          <p:cNvCxnSpPr>
            <a:cxnSpLocks/>
          </p:cNvCxnSpPr>
          <p:nvPr/>
        </p:nvCxnSpPr>
        <p:spPr>
          <a:xfrm flipV="1">
            <a:off x="8086728" y="1284800"/>
            <a:ext cx="0" cy="1029335"/>
          </a:xfrm>
          <a:prstGeom prst="line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816ACD2-30FE-3762-6842-AABB36BE5922}"/>
              </a:ext>
            </a:extLst>
          </p:cNvPr>
          <p:cNvCxnSpPr>
            <a:cxnSpLocks/>
          </p:cNvCxnSpPr>
          <p:nvPr/>
        </p:nvCxnSpPr>
        <p:spPr>
          <a:xfrm flipV="1">
            <a:off x="5987418" y="1292298"/>
            <a:ext cx="0" cy="1029335"/>
          </a:xfrm>
          <a:prstGeom prst="line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5C72846-35C7-84B4-D5D1-9D4200DFF10F}"/>
              </a:ext>
            </a:extLst>
          </p:cNvPr>
          <p:cNvSpPr/>
          <p:nvPr/>
        </p:nvSpPr>
        <p:spPr>
          <a:xfrm>
            <a:off x="6560344" y="2469633"/>
            <a:ext cx="990600" cy="5109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R R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638F58D-DF78-27DE-362C-C78F53B98C20}"/>
              </a:ext>
            </a:extLst>
          </p:cNvPr>
          <p:cNvCxnSpPr>
            <a:endCxn id="23" idx="2"/>
          </p:cNvCxnSpPr>
          <p:nvPr/>
        </p:nvCxnSpPr>
        <p:spPr>
          <a:xfrm flipH="1">
            <a:off x="7055644" y="2469633"/>
            <a:ext cx="267176" cy="5109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5C474D-10F5-BF85-1E79-6CE967F06094}"/>
              </a:ext>
            </a:extLst>
          </p:cNvPr>
          <p:cNvCxnSpPr/>
          <p:nvPr/>
        </p:nvCxnSpPr>
        <p:spPr>
          <a:xfrm flipH="1">
            <a:off x="8086728" y="830716"/>
            <a:ext cx="267176" cy="5109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867AA2A-91D1-26D7-C1F3-FBAD6DD0237E}"/>
              </a:ext>
            </a:extLst>
          </p:cNvPr>
          <p:cNvSpPr/>
          <p:nvPr/>
        </p:nvSpPr>
        <p:spPr>
          <a:xfrm>
            <a:off x="4520565" y="2955970"/>
            <a:ext cx="4185284" cy="510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F F F L F L F F </a:t>
            </a:r>
            <a:r>
              <a:rPr lang="en-GB" sz="2800" b="1" dirty="0">
                <a:solidFill>
                  <a:srgbClr val="FF0000"/>
                </a:solidFill>
              </a:rPr>
              <a:t>R</a:t>
            </a:r>
            <a:r>
              <a:rPr lang="en-GB" sz="2800" b="1" dirty="0">
                <a:solidFill>
                  <a:schemeClr val="tx1"/>
                </a:solidFill>
              </a:rPr>
              <a:t> F R F F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B35BA4-A06C-8B16-CE98-1B519E72FE2A}"/>
              </a:ext>
            </a:extLst>
          </p:cNvPr>
          <p:cNvSpPr/>
          <p:nvPr/>
        </p:nvSpPr>
        <p:spPr>
          <a:xfrm>
            <a:off x="4467702" y="3931258"/>
            <a:ext cx="4185284" cy="510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F F L F L F F R F R F F F</a:t>
            </a:r>
          </a:p>
        </p:txBody>
      </p:sp>
    </p:spTree>
    <p:extLst>
      <p:ext uri="{BB962C8B-B14F-4D97-AF65-F5344CB8AC3E}">
        <p14:creationId xmlns:p14="http://schemas.microsoft.com/office/powerpoint/2010/main" val="319065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179</Words>
  <Application>Microsoft Office PowerPoint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Harry Mills</dc:creator>
  <cp:lastModifiedBy>Harry Mills</cp:lastModifiedBy>
  <cp:revision>1</cp:revision>
  <dcterms:created xsi:type="dcterms:W3CDTF">2023-01-09T06:09:42Z</dcterms:created>
  <dcterms:modified xsi:type="dcterms:W3CDTF">2023-01-09T18:32:01Z</dcterms:modified>
</cp:coreProperties>
</file>