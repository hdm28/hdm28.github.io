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BFDFF-F74C-4052-825C-3C40C9E7B318}" v="23" dt="2023-11-02T20:07:44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Mills" userId="84b24cd5-b351-43b9-b5be-2fc7ae7b56de" providerId="ADAL" clId="{D44BFDFF-F74C-4052-825C-3C40C9E7B318}"/>
    <pc:docChg chg="undo custSel addSld modSld">
      <pc:chgData name="Harry Mills" userId="84b24cd5-b351-43b9-b5be-2fc7ae7b56de" providerId="ADAL" clId="{D44BFDFF-F74C-4052-825C-3C40C9E7B318}" dt="2023-11-02T20:08:02.553" v="304" actId="14100"/>
      <pc:docMkLst>
        <pc:docMk/>
      </pc:docMkLst>
      <pc:sldChg chg="addSp delSp modSp mod">
        <pc:chgData name="Harry Mills" userId="84b24cd5-b351-43b9-b5be-2fc7ae7b56de" providerId="ADAL" clId="{D44BFDFF-F74C-4052-825C-3C40C9E7B318}" dt="2023-11-02T19:59:16.922" v="260" actId="1076"/>
        <pc:sldMkLst>
          <pc:docMk/>
          <pc:sldMk cId="4249802850" sldId="256"/>
        </pc:sldMkLst>
        <pc:spChg chg="del mod">
          <ac:chgData name="Harry Mills" userId="84b24cd5-b351-43b9-b5be-2fc7ae7b56de" providerId="ADAL" clId="{D44BFDFF-F74C-4052-825C-3C40C9E7B318}" dt="2023-11-02T19:52:53.307" v="172" actId="478"/>
          <ac:spMkLst>
            <pc:docMk/>
            <pc:sldMk cId="4249802850" sldId="256"/>
            <ac:spMk id="4" creationId="{782292C4-6D48-9FE1-7BD8-8BD568EF2639}"/>
          </ac:spMkLst>
        </pc:spChg>
        <pc:spChg chg="mod">
          <ac:chgData name="Harry Mills" userId="84b24cd5-b351-43b9-b5be-2fc7ae7b56de" providerId="ADAL" clId="{D44BFDFF-F74C-4052-825C-3C40C9E7B318}" dt="2023-11-01T16:55:04.821" v="16" actId="1076"/>
          <ac:spMkLst>
            <pc:docMk/>
            <pc:sldMk cId="4249802850" sldId="256"/>
            <ac:spMk id="6" creationId="{C2F9F566-C984-881F-8733-9F722589DB10}"/>
          </ac:spMkLst>
        </pc:spChg>
        <pc:spChg chg="add mod">
          <ac:chgData name="Harry Mills" userId="84b24cd5-b351-43b9-b5be-2fc7ae7b56de" providerId="ADAL" clId="{D44BFDFF-F74C-4052-825C-3C40C9E7B318}" dt="2023-11-02T19:59:16.922" v="260" actId="1076"/>
          <ac:spMkLst>
            <pc:docMk/>
            <pc:sldMk cId="4249802850" sldId="256"/>
            <ac:spMk id="50" creationId="{F066086D-7268-7AF5-6AAE-3968B6F84B13}"/>
          </ac:spMkLst>
        </pc:spChg>
        <pc:graphicFrameChg chg="mod">
          <ac:chgData name="Harry Mills" userId="84b24cd5-b351-43b9-b5be-2fc7ae7b56de" providerId="ADAL" clId="{D44BFDFF-F74C-4052-825C-3C40C9E7B318}" dt="2023-11-01T16:55:04.821" v="16" actId="1076"/>
          <ac:graphicFrameMkLst>
            <pc:docMk/>
            <pc:sldMk cId="4249802850" sldId="256"/>
            <ac:graphicFrameMk id="5" creationId="{053DFD91-CEC2-17B2-070A-F3B94507FB8E}"/>
          </ac:graphicFrameMkLst>
        </pc:graphicFrameChg>
        <pc:picChg chg="add mod modCrop">
          <ac:chgData name="Harry Mills" userId="84b24cd5-b351-43b9-b5be-2fc7ae7b56de" providerId="ADAL" clId="{D44BFDFF-F74C-4052-825C-3C40C9E7B318}" dt="2023-11-02T19:51:43.705" v="141" actId="1076"/>
          <ac:picMkLst>
            <pc:docMk/>
            <pc:sldMk cId="4249802850" sldId="256"/>
            <ac:picMk id="3" creationId="{9342FD94-4B0F-685C-8490-A795A6FE98BD}"/>
          </ac:picMkLst>
        </pc:picChg>
        <pc:picChg chg="mod">
          <ac:chgData name="Harry Mills" userId="84b24cd5-b351-43b9-b5be-2fc7ae7b56de" providerId="ADAL" clId="{D44BFDFF-F74C-4052-825C-3C40C9E7B318}" dt="2023-11-01T16:55:04.821" v="16" actId="1076"/>
          <ac:picMkLst>
            <pc:docMk/>
            <pc:sldMk cId="4249802850" sldId="256"/>
            <ac:picMk id="7" creationId="{20BA1226-A14E-3324-C691-BC78989F57A8}"/>
          </ac:picMkLst>
        </pc:picChg>
        <pc:picChg chg="mod">
          <ac:chgData name="Harry Mills" userId="84b24cd5-b351-43b9-b5be-2fc7ae7b56de" providerId="ADAL" clId="{D44BFDFF-F74C-4052-825C-3C40C9E7B318}" dt="2023-11-02T19:51:26.115" v="135" actId="1076"/>
          <ac:picMkLst>
            <pc:docMk/>
            <pc:sldMk cId="4249802850" sldId="256"/>
            <ac:picMk id="8" creationId="{29148F2C-72AE-CA3B-DA0C-1A84866636E3}"/>
          </ac:picMkLst>
        </pc:picChg>
        <pc:picChg chg="add mod modCrop">
          <ac:chgData name="Harry Mills" userId="84b24cd5-b351-43b9-b5be-2fc7ae7b56de" providerId="ADAL" clId="{D44BFDFF-F74C-4052-825C-3C40C9E7B318}" dt="2023-11-02T19:51:37.397" v="139" actId="1076"/>
          <ac:picMkLst>
            <pc:docMk/>
            <pc:sldMk cId="4249802850" sldId="256"/>
            <ac:picMk id="9" creationId="{F7FC466E-252D-41DF-A260-67642A8956FA}"/>
          </ac:picMkLst>
        </pc:picChg>
        <pc:picChg chg="mod modCrop">
          <ac:chgData name="Harry Mills" userId="84b24cd5-b351-43b9-b5be-2fc7ae7b56de" providerId="ADAL" clId="{D44BFDFF-F74C-4052-825C-3C40C9E7B318}" dt="2023-11-02T19:52:23.131" v="163" actId="1076"/>
          <ac:picMkLst>
            <pc:docMk/>
            <pc:sldMk cId="4249802850" sldId="256"/>
            <ac:picMk id="10" creationId="{AEC9B735-2477-FDB7-B12F-075B7ACDCCE5}"/>
          </ac:picMkLst>
        </pc:picChg>
        <pc:picChg chg="del">
          <ac:chgData name="Harry Mills" userId="84b24cd5-b351-43b9-b5be-2fc7ae7b56de" providerId="ADAL" clId="{D44BFDFF-F74C-4052-825C-3C40C9E7B318}" dt="2023-11-01T16:53:14.389" v="0" actId="21"/>
          <ac:picMkLst>
            <pc:docMk/>
            <pc:sldMk cId="4249802850" sldId="256"/>
            <ac:picMk id="12" creationId="{9FC3BB1C-B442-671A-BA1E-962E0F7AE42B}"/>
          </ac:picMkLst>
        </pc:picChg>
        <pc:picChg chg="mod">
          <ac:chgData name="Harry Mills" userId="84b24cd5-b351-43b9-b5be-2fc7ae7b56de" providerId="ADAL" clId="{D44BFDFF-F74C-4052-825C-3C40C9E7B318}" dt="2023-11-02T19:53:39.198" v="174" actId="1076"/>
          <ac:picMkLst>
            <pc:docMk/>
            <pc:sldMk cId="4249802850" sldId="256"/>
            <ac:picMk id="14" creationId="{774B28CB-0675-DC72-3883-0844592138A7}"/>
          </ac:picMkLst>
        </pc:picChg>
        <pc:picChg chg="mod">
          <ac:chgData name="Harry Mills" userId="84b24cd5-b351-43b9-b5be-2fc7ae7b56de" providerId="ADAL" clId="{D44BFDFF-F74C-4052-825C-3C40C9E7B318}" dt="2023-11-02T19:51:21.830" v="133" actId="1076"/>
          <ac:picMkLst>
            <pc:docMk/>
            <pc:sldMk cId="4249802850" sldId="256"/>
            <ac:picMk id="16" creationId="{B28DB0F6-8EF3-14EF-F0DD-4560DE1B56B2}"/>
          </ac:picMkLst>
        </pc:picChg>
        <pc:picChg chg="mod">
          <ac:chgData name="Harry Mills" userId="84b24cd5-b351-43b9-b5be-2fc7ae7b56de" providerId="ADAL" clId="{D44BFDFF-F74C-4052-825C-3C40C9E7B318}" dt="2023-11-01T17:01:37.055" v="53" actId="1076"/>
          <ac:picMkLst>
            <pc:docMk/>
            <pc:sldMk cId="4249802850" sldId="256"/>
            <ac:picMk id="17" creationId="{22BBFBD1-71B1-233E-41E5-BC930A0D70DF}"/>
          </ac:picMkLst>
        </pc:picChg>
        <pc:picChg chg="mod">
          <ac:chgData name="Harry Mills" userId="84b24cd5-b351-43b9-b5be-2fc7ae7b56de" providerId="ADAL" clId="{D44BFDFF-F74C-4052-825C-3C40C9E7B318}" dt="2023-11-01T17:01:37.055" v="53" actId="1076"/>
          <ac:picMkLst>
            <pc:docMk/>
            <pc:sldMk cId="4249802850" sldId="256"/>
            <ac:picMk id="18" creationId="{55BE0B66-3FD8-80A3-8EC0-BF57FD9F1DD6}"/>
          </ac:picMkLst>
        </pc:picChg>
        <pc:picChg chg="mod">
          <ac:chgData name="Harry Mills" userId="84b24cd5-b351-43b9-b5be-2fc7ae7b56de" providerId="ADAL" clId="{D44BFDFF-F74C-4052-825C-3C40C9E7B318}" dt="2023-11-02T19:51:34.756" v="137" actId="1076"/>
          <ac:picMkLst>
            <pc:docMk/>
            <pc:sldMk cId="4249802850" sldId="256"/>
            <ac:picMk id="19" creationId="{5E8F9F4B-CFE8-B396-FBA4-AF1E92508B29}"/>
          </ac:picMkLst>
        </pc:picChg>
        <pc:picChg chg="mod">
          <ac:chgData name="Harry Mills" userId="84b24cd5-b351-43b9-b5be-2fc7ae7b56de" providerId="ADAL" clId="{D44BFDFF-F74C-4052-825C-3C40C9E7B318}" dt="2023-11-02T19:51:38.913" v="140" actId="1076"/>
          <ac:picMkLst>
            <pc:docMk/>
            <pc:sldMk cId="4249802850" sldId="256"/>
            <ac:picMk id="20" creationId="{8303D59C-3888-5C84-00FF-D41DFB094D91}"/>
          </ac:picMkLst>
        </pc:picChg>
        <pc:picChg chg="mod">
          <ac:chgData name="Harry Mills" userId="84b24cd5-b351-43b9-b5be-2fc7ae7b56de" providerId="ADAL" clId="{D44BFDFF-F74C-4052-825C-3C40C9E7B318}" dt="2023-11-02T19:52:23.131" v="163" actId="1076"/>
          <ac:picMkLst>
            <pc:docMk/>
            <pc:sldMk cId="4249802850" sldId="256"/>
            <ac:picMk id="22" creationId="{48385BCA-215A-C703-EA98-375EA690B4FC}"/>
          </ac:picMkLst>
        </pc:picChg>
        <pc:picChg chg="add mod">
          <ac:chgData name="Harry Mills" userId="84b24cd5-b351-43b9-b5be-2fc7ae7b56de" providerId="ADAL" clId="{D44BFDFF-F74C-4052-825C-3C40C9E7B318}" dt="2023-11-02T19:52:14.501" v="160" actId="571"/>
          <ac:picMkLst>
            <pc:docMk/>
            <pc:sldMk cId="4249802850" sldId="256"/>
            <ac:picMk id="40" creationId="{9B16D19E-6692-BD1D-AF5D-7994FBA2AE63}"/>
          </ac:picMkLst>
        </pc:picChg>
        <pc:picChg chg="add mod">
          <ac:chgData name="Harry Mills" userId="84b24cd5-b351-43b9-b5be-2fc7ae7b56de" providerId="ADAL" clId="{D44BFDFF-F74C-4052-825C-3C40C9E7B318}" dt="2023-11-02T19:52:14.501" v="160" actId="571"/>
          <ac:picMkLst>
            <pc:docMk/>
            <pc:sldMk cId="4249802850" sldId="256"/>
            <ac:picMk id="41" creationId="{3DEA9600-CA75-BB8D-B333-E70A54C6E939}"/>
          </ac:picMkLst>
        </pc:picChg>
        <pc:cxnChg chg="add mod">
          <ac:chgData name="Harry Mills" userId="84b24cd5-b351-43b9-b5be-2fc7ae7b56de" providerId="ADAL" clId="{D44BFDFF-F74C-4052-825C-3C40C9E7B318}" dt="2023-11-02T19:49:14.218" v="103" actId="14100"/>
          <ac:cxnSpMkLst>
            <pc:docMk/>
            <pc:sldMk cId="4249802850" sldId="256"/>
            <ac:cxnSpMk id="11" creationId="{B53C5439-9321-0185-A295-8982761129AC}"/>
          </ac:cxnSpMkLst>
        </pc:cxnChg>
        <pc:cxnChg chg="add mod">
          <ac:chgData name="Harry Mills" userId="84b24cd5-b351-43b9-b5be-2fc7ae7b56de" providerId="ADAL" clId="{D44BFDFF-F74C-4052-825C-3C40C9E7B318}" dt="2023-11-02T19:49:20.777" v="106" actId="14100"/>
          <ac:cxnSpMkLst>
            <pc:docMk/>
            <pc:sldMk cId="4249802850" sldId="256"/>
            <ac:cxnSpMk id="24" creationId="{43A2FEA6-E1E7-055E-11C9-DF875367D024}"/>
          </ac:cxnSpMkLst>
        </pc:cxnChg>
        <pc:cxnChg chg="add mod">
          <ac:chgData name="Harry Mills" userId="84b24cd5-b351-43b9-b5be-2fc7ae7b56de" providerId="ADAL" clId="{D44BFDFF-F74C-4052-825C-3C40C9E7B318}" dt="2023-11-02T19:49:31.022" v="109" actId="14100"/>
          <ac:cxnSpMkLst>
            <pc:docMk/>
            <pc:sldMk cId="4249802850" sldId="256"/>
            <ac:cxnSpMk id="26" creationId="{9BA182BF-7ED0-DA17-1F55-A6CA1B49801C}"/>
          </ac:cxnSpMkLst>
        </pc:cxnChg>
        <pc:cxnChg chg="add mod">
          <ac:chgData name="Harry Mills" userId="84b24cd5-b351-43b9-b5be-2fc7ae7b56de" providerId="ADAL" clId="{D44BFDFF-F74C-4052-825C-3C40C9E7B318}" dt="2023-11-02T19:53:45.187" v="175" actId="14100"/>
          <ac:cxnSpMkLst>
            <pc:docMk/>
            <pc:sldMk cId="4249802850" sldId="256"/>
            <ac:cxnSpMk id="28" creationId="{F7AA3D75-EBDB-7B91-5054-37047DC66379}"/>
          </ac:cxnSpMkLst>
        </pc:cxnChg>
        <pc:cxnChg chg="add mod">
          <ac:chgData name="Harry Mills" userId="84b24cd5-b351-43b9-b5be-2fc7ae7b56de" providerId="ADAL" clId="{D44BFDFF-F74C-4052-825C-3C40C9E7B318}" dt="2023-11-02T19:51:04.506" v="129" actId="14100"/>
          <ac:cxnSpMkLst>
            <pc:docMk/>
            <pc:sldMk cId="4249802850" sldId="256"/>
            <ac:cxnSpMk id="30" creationId="{EDCB9A38-AD6C-F6F2-C6CA-CB787F60DE0A}"/>
          </ac:cxnSpMkLst>
        </pc:cxnChg>
        <pc:cxnChg chg="add mod">
          <ac:chgData name="Harry Mills" userId="84b24cd5-b351-43b9-b5be-2fc7ae7b56de" providerId="ADAL" clId="{D44BFDFF-F74C-4052-825C-3C40C9E7B318}" dt="2023-11-02T19:51:50.134" v="144" actId="14100"/>
          <ac:cxnSpMkLst>
            <pc:docMk/>
            <pc:sldMk cId="4249802850" sldId="256"/>
            <ac:cxnSpMk id="33" creationId="{79F32B9B-9AF2-B776-01BB-5863A47E51B7}"/>
          </ac:cxnSpMkLst>
        </pc:cxnChg>
        <pc:cxnChg chg="add mod">
          <ac:chgData name="Harry Mills" userId="84b24cd5-b351-43b9-b5be-2fc7ae7b56de" providerId="ADAL" clId="{D44BFDFF-F74C-4052-825C-3C40C9E7B318}" dt="2023-11-02T19:51:56.320" v="147" actId="14100"/>
          <ac:cxnSpMkLst>
            <pc:docMk/>
            <pc:sldMk cId="4249802850" sldId="256"/>
            <ac:cxnSpMk id="38" creationId="{955F848E-0382-823A-1B3E-68FAD122A4B3}"/>
          </ac:cxnSpMkLst>
        </pc:cxnChg>
        <pc:cxnChg chg="add mod">
          <ac:chgData name="Harry Mills" userId="84b24cd5-b351-43b9-b5be-2fc7ae7b56de" providerId="ADAL" clId="{D44BFDFF-F74C-4052-825C-3C40C9E7B318}" dt="2023-11-02T19:52:35.563" v="167" actId="14100"/>
          <ac:cxnSpMkLst>
            <pc:docMk/>
            <pc:sldMk cId="4249802850" sldId="256"/>
            <ac:cxnSpMk id="42" creationId="{4123DE01-7F37-F19F-273F-D1124A92A72C}"/>
          </ac:cxnSpMkLst>
        </pc:cxnChg>
        <pc:cxnChg chg="add mod">
          <ac:chgData name="Harry Mills" userId="84b24cd5-b351-43b9-b5be-2fc7ae7b56de" providerId="ADAL" clId="{D44BFDFF-F74C-4052-825C-3C40C9E7B318}" dt="2023-11-02T19:52:43.294" v="171" actId="14100"/>
          <ac:cxnSpMkLst>
            <pc:docMk/>
            <pc:sldMk cId="4249802850" sldId="256"/>
            <ac:cxnSpMk id="45" creationId="{E3B7F941-D0A2-7D6F-5E65-A802034A7BE5}"/>
          </ac:cxnSpMkLst>
        </pc:cxnChg>
      </pc:sldChg>
      <pc:sldChg chg="addSp delSp modSp mod">
        <pc:chgData name="Harry Mills" userId="84b24cd5-b351-43b9-b5be-2fc7ae7b56de" providerId="ADAL" clId="{D44BFDFF-F74C-4052-825C-3C40C9E7B318}" dt="2023-11-02T20:08:02.553" v="304" actId="14100"/>
        <pc:sldMkLst>
          <pc:docMk/>
          <pc:sldMk cId="3320350800" sldId="257"/>
        </pc:sldMkLst>
        <pc:spChg chg="del mod">
          <ac:chgData name="Harry Mills" userId="84b24cd5-b351-43b9-b5be-2fc7ae7b56de" providerId="ADAL" clId="{D44BFDFF-F74C-4052-825C-3C40C9E7B318}" dt="2023-11-02T12:23:52.870" v="88" actId="478"/>
          <ac:spMkLst>
            <pc:docMk/>
            <pc:sldMk cId="3320350800" sldId="257"/>
            <ac:spMk id="4" creationId="{782292C4-6D48-9FE1-7BD8-8BD568EF2639}"/>
          </ac:spMkLst>
        </pc:spChg>
        <pc:spChg chg="add mod">
          <ac:chgData name="Harry Mills" userId="84b24cd5-b351-43b9-b5be-2fc7ae7b56de" providerId="ADAL" clId="{D44BFDFF-F74C-4052-825C-3C40C9E7B318}" dt="2023-11-02T19:59:41.555" v="284" actId="20577"/>
          <ac:spMkLst>
            <pc:docMk/>
            <pc:sldMk cId="3320350800" sldId="257"/>
            <ac:spMk id="36" creationId="{844241F0-1C06-5ACD-0CDA-80D715CC2E37}"/>
          </ac:spMkLst>
        </pc:spChg>
        <pc:graphicFrameChg chg="modGraphic">
          <ac:chgData name="Harry Mills" userId="84b24cd5-b351-43b9-b5be-2fc7ae7b56de" providerId="ADAL" clId="{D44BFDFF-F74C-4052-825C-3C40C9E7B318}" dt="2023-11-01T17:03:40.591" v="79" actId="20577"/>
          <ac:graphicFrameMkLst>
            <pc:docMk/>
            <pc:sldMk cId="3320350800" sldId="257"/>
            <ac:graphicFrameMk id="5" creationId="{053DFD91-CEC2-17B2-070A-F3B94507FB8E}"/>
          </ac:graphicFrameMkLst>
        </pc:graphicFrameChg>
        <pc:picChg chg="add mod modCrop">
          <ac:chgData name="Harry Mills" userId="84b24cd5-b351-43b9-b5be-2fc7ae7b56de" providerId="ADAL" clId="{D44BFDFF-F74C-4052-825C-3C40C9E7B318}" dt="2023-11-02T19:59:32.096" v="266" actId="1076"/>
          <ac:picMkLst>
            <pc:docMk/>
            <pc:sldMk cId="3320350800" sldId="257"/>
            <ac:picMk id="11" creationId="{F3E13685-4DBC-6CD5-8EA9-7459541EDBC7}"/>
          </ac:picMkLst>
        </pc:picChg>
        <pc:picChg chg="mod">
          <ac:chgData name="Harry Mills" userId="84b24cd5-b351-43b9-b5be-2fc7ae7b56de" providerId="ADAL" clId="{D44BFDFF-F74C-4052-825C-3C40C9E7B318}" dt="2023-11-02T19:58:26.841" v="220" actId="1076"/>
          <ac:picMkLst>
            <pc:docMk/>
            <pc:sldMk cId="3320350800" sldId="257"/>
            <ac:picMk id="12" creationId="{9FC3BB1C-B442-671A-BA1E-962E0F7AE42B}"/>
          </ac:picMkLst>
        </pc:picChg>
        <pc:picChg chg="add mod">
          <ac:chgData name="Harry Mills" userId="84b24cd5-b351-43b9-b5be-2fc7ae7b56de" providerId="ADAL" clId="{D44BFDFF-F74C-4052-825C-3C40C9E7B318}" dt="2023-11-02T19:59:33.574" v="267" actId="1076"/>
          <ac:picMkLst>
            <pc:docMk/>
            <pc:sldMk cId="3320350800" sldId="257"/>
            <ac:picMk id="17" creationId="{BDA40522-078E-884D-BCB8-D4E50FDCEA00}"/>
          </ac:picMkLst>
        </pc:picChg>
        <pc:picChg chg="add mod">
          <ac:chgData name="Harry Mills" userId="84b24cd5-b351-43b9-b5be-2fc7ae7b56de" providerId="ADAL" clId="{D44BFDFF-F74C-4052-825C-3C40C9E7B318}" dt="2023-11-02T19:59:34.904" v="268" actId="1076"/>
          <ac:picMkLst>
            <pc:docMk/>
            <pc:sldMk cId="3320350800" sldId="257"/>
            <ac:picMk id="27" creationId="{855CAABF-9DBA-621A-E707-E1CCA2772E66}"/>
          </ac:picMkLst>
        </pc:picChg>
        <pc:picChg chg="add mod ord modCrop">
          <ac:chgData name="Harry Mills" userId="84b24cd5-b351-43b9-b5be-2fc7ae7b56de" providerId="ADAL" clId="{D44BFDFF-F74C-4052-825C-3C40C9E7B318}" dt="2023-11-02T20:07:56.423" v="302" actId="732"/>
          <ac:picMkLst>
            <pc:docMk/>
            <pc:sldMk cId="3320350800" sldId="257"/>
            <ac:picMk id="41" creationId="{2C41AA85-37D3-71C9-42CF-E383C473421F}"/>
          </ac:picMkLst>
        </pc:picChg>
        <pc:cxnChg chg="add mod">
          <ac:chgData name="Harry Mills" userId="84b24cd5-b351-43b9-b5be-2fc7ae7b56de" providerId="ADAL" clId="{D44BFDFF-F74C-4052-825C-3C40C9E7B318}" dt="2023-11-02T19:56:01.391" v="206" actId="14100"/>
          <ac:cxnSpMkLst>
            <pc:docMk/>
            <pc:sldMk cId="3320350800" sldId="257"/>
            <ac:cxnSpMk id="2" creationId="{5C62874D-2565-117E-232B-739B56F602A0}"/>
          </ac:cxnSpMkLst>
        </pc:cxnChg>
        <pc:cxnChg chg="add mod">
          <ac:chgData name="Harry Mills" userId="84b24cd5-b351-43b9-b5be-2fc7ae7b56de" providerId="ADAL" clId="{D44BFDFF-F74C-4052-825C-3C40C9E7B318}" dt="2023-11-02T19:58:30.076" v="222" actId="14100"/>
          <ac:cxnSpMkLst>
            <pc:docMk/>
            <pc:sldMk cId="3320350800" sldId="257"/>
            <ac:cxnSpMk id="13" creationId="{13EB25EC-120F-5DB5-C136-2ED2ED3B139F}"/>
          </ac:cxnSpMkLst>
        </pc:cxnChg>
        <pc:cxnChg chg="add mod">
          <ac:chgData name="Harry Mills" userId="84b24cd5-b351-43b9-b5be-2fc7ae7b56de" providerId="ADAL" clId="{D44BFDFF-F74C-4052-825C-3C40C9E7B318}" dt="2023-11-02T19:58:33.435" v="223" actId="1076"/>
          <ac:cxnSpMkLst>
            <pc:docMk/>
            <pc:sldMk cId="3320350800" sldId="257"/>
            <ac:cxnSpMk id="18" creationId="{97F9A704-F525-0D17-06CA-240E85A03F0B}"/>
          </ac:cxnSpMkLst>
        </pc:cxnChg>
        <pc:cxnChg chg="add mod">
          <ac:chgData name="Harry Mills" userId="84b24cd5-b351-43b9-b5be-2fc7ae7b56de" providerId="ADAL" clId="{D44BFDFF-F74C-4052-825C-3C40C9E7B318}" dt="2023-11-02T19:59:36.450" v="269" actId="14100"/>
          <ac:cxnSpMkLst>
            <pc:docMk/>
            <pc:sldMk cId="3320350800" sldId="257"/>
            <ac:cxnSpMk id="28" creationId="{EB7C0FC3-5860-F200-1F05-F8DCC88817A3}"/>
          </ac:cxnSpMkLst>
        </pc:cxnChg>
        <pc:cxnChg chg="add mod">
          <ac:chgData name="Harry Mills" userId="84b24cd5-b351-43b9-b5be-2fc7ae7b56de" providerId="ADAL" clId="{D44BFDFF-F74C-4052-825C-3C40C9E7B318}" dt="2023-11-02T20:08:02.553" v="304" actId="14100"/>
          <ac:cxnSpMkLst>
            <pc:docMk/>
            <pc:sldMk cId="3320350800" sldId="257"/>
            <ac:cxnSpMk id="42" creationId="{5BDB8721-5BC7-01FF-F98B-F60D6CC644FB}"/>
          </ac:cxnSpMkLst>
        </pc:cxnChg>
      </pc:sldChg>
      <pc:sldChg chg="addSp delSp add mod">
        <pc:chgData name="Harry Mills" userId="84b24cd5-b351-43b9-b5be-2fc7ae7b56de" providerId="ADAL" clId="{D44BFDFF-F74C-4052-825C-3C40C9E7B318}" dt="2023-11-02T16:09:16.447" v="93" actId="22"/>
        <pc:sldMkLst>
          <pc:docMk/>
          <pc:sldMk cId="1276400369" sldId="258"/>
        </pc:sldMkLst>
        <pc:spChg chg="del">
          <ac:chgData name="Harry Mills" userId="84b24cd5-b351-43b9-b5be-2fc7ae7b56de" providerId="ADAL" clId="{D44BFDFF-F74C-4052-825C-3C40C9E7B318}" dt="2023-11-02T16:07:52.157" v="90" actId="478"/>
          <ac:spMkLst>
            <pc:docMk/>
            <pc:sldMk cId="1276400369" sldId="258"/>
            <ac:spMk id="6" creationId="{C2F9F566-C984-881F-8733-9F722589DB10}"/>
          </ac:spMkLst>
        </pc:spChg>
        <pc:graphicFrameChg chg="del">
          <ac:chgData name="Harry Mills" userId="84b24cd5-b351-43b9-b5be-2fc7ae7b56de" providerId="ADAL" clId="{D44BFDFF-F74C-4052-825C-3C40C9E7B318}" dt="2023-11-02T16:07:52.157" v="90" actId="478"/>
          <ac:graphicFrameMkLst>
            <pc:docMk/>
            <pc:sldMk cId="1276400369" sldId="258"/>
            <ac:graphicFrameMk id="5" creationId="{053DFD91-CEC2-17B2-070A-F3B94507FB8E}"/>
          </ac:graphicFrameMkLst>
        </pc:graphicFrameChg>
        <pc:picChg chg="add del">
          <ac:chgData name="Harry Mills" userId="84b24cd5-b351-43b9-b5be-2fc7ae7b56de" providerId="ADAL" clId="{D44BFDFF-F74C-4052-825C-3C40C9E7B318}" dt="2023-11-02T16:09:16.111" v="92" actId="478"/>
          <ac:picMkLst>
            <pc:docMk/>
            <pc:sldMk cId="1276400369" sldId="258"/>
            <ac:picMk id="3" creationId="{F96D3548-9F6A-4C5D-20AB-2A70A32AF2D3}"/>
          </ac:picMkLst>
        </pc:picChg>
        <pc:picChg chg="add">
          <ac:chgData name="Harry Mills" userId="84b24cd5-b351-43b9-b5be-2fc7ae7b56de" providerId="ADAL" clId="{D44BFDFF-F74C-4052-825C-3C40C9E7B318}" dt="2023-11-02T16:09:16.447" v="93" actId="22"/>
          <ac:picMkLst>
            <pc:docMk/>
            <pc:sldMk cId="1276400369" sldId="258"/>
            <ac:picMk id="7" creationId="{3C9AA1F6-7CA9-0017-AB6C-344C1FBF2524}"/>
          </ac:picMkLst>
        </pc:picChg>
        <pc:picChg chg="del">
          <ac:chgData name="Harry Mills" userId="84b24cd5-b351-43b9-b5be-2fc7ae7b56de" providerId="ADAL" clId="{D44BFDFF-F74C-4052-825C-3C40C9E7B318}" dt="2023-11-02T16:07:52.157" v="90" actId="478"/>
          <ac:picMkLst>
            <pc:docMk/>
            <pc:sldMk cId="1276400369" sldId="258"/>
            <ac:picMk id="12" creationId="{9FC3BB1C-B442-671A-BA1E-962E0F7AE4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1F95-98BD-8E89-D478-696CE65FE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5EAFC-50CD-D3EA-D289-BA983B313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319A8-55F9-FFD0-208B-F43FABFF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3BAFB-6C21-77FF-2CB1-D35A9914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8A2F9-8E1C-B48E-7DFD-EADC81CE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10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3080-4D88-EE92-4270-CDB33B10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BC36-AF02-69F3-28E1-34BF18B9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EBBF3-37E6-3C43-655C-368802BB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BA0E-4FCC-8AE2-98C5-E01A86E7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32CD-0D3D-8AF2-41FB-59075E46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32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D9E7-818B-181A-E7A9-12593FD2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A56FC-D832-2257-248D-858D9181A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9E98-4904-38EF-0F67-CC7BD30F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FA05C-9435-BD64-8CA9-B5CAD214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1302-7A5B-2608-6AE6-1FC63D00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20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382A-3810-1E8F-B04E-AEC42322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2F11C-60CE-7235-A5C4-2936929CF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7516-FD16-C764-1D13-81C541CE5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10D48-4239-D7E4-9B31-1BCF2B0D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FE40B-8824-2365-F183-A23F13F2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E17FD-097D-6517-9230-6A4B388C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26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BB19-0EE0-0628-C0F8-F52BB293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9F81E-9390-EE53-38AE-6D2E8819C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AB3FD-541A-9774-CF33-878799EAA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7C875-CA2B-5087-9F6B-23BD63176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2EC11-9DD1-DBA9-D73C-2CE2DDD33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A81BF-504E-5880-0E44-7057E94B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12F4F-09C9-7440-E7D5-6D28BE9D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B7C87-58A1-F60D-8603-8A9816AE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86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2946-373A-055B-E887-E25C2060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024D4-74B8-A9F1-7852-45D1FEE8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1DBC3-C4AF-3F54-F783-01D0C9FC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1CB95-8A0C-FA44-9790-81A8EEF4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79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E4744-DCF6-E1CC-49A0-A8DF517C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8AA69-3533-29EA-9665-CD25238E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C429-9A63-E794-37B1-19297449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98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35E2-EF44-7AC3-1AD4-F9F7D052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FC1C-E384-AD5F-9B6D-005E09607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8D82D-DFA3-CE43-E67D-E28300D2A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5AE8E-E3B2-EE66-E169-22EF73E0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640A1-040D-9953-9182-DD51BC2D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88024-E527-C7D4-5EE2-FF3E8308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59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1019-BCA0-7F14-4C47-36B4693C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3B98D-A275-5893-471E-5BC3975A1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69628-B700-8D99-D0B7-96DCF487D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E6D40-6BF7-CEBA-3658-E44422C8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1C607-C971-5987-0B27-8416D1CB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880C9-10EF-4D9B-6BE3-8D67DD36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04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6D2D-28EA-7461-4218-ED5C8D3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372C1-0421-E767-276F-555B30685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F6A00-49B5-F97C-55DA-F624019C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A0F8-71EE-ADCC-2935-7F929F9B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5CF7-BFDD-0BF8-A67E-1C5DEDA9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C5BE4-9685-F8FB-9676-B7AAD2DCB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824B3-0DAB-16BE-B30E-B1343141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26BC4-F8D1-30B0-D558-8DB0F1C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6028E-26AF-76E9-5DC1-F7F8AAFC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A536-AC89-2395-036B-7CF78C39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48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7C25E-BD01-6B53-1BAD-DBFB50EA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E67A0-62A7-A102-6A7B-0EDF0E9A1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8B9D2-75CA-E8FE-0BAA-FED6407D3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40F22-046B-4302-9F11-D1CD0913424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0B1F8-826C-E24E-9C33-66B6FE596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2E30D-06DF-A4A8-B58B-64F24D577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86582-B987-415F-AA66-C2567FB20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18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5" Type="http://schemas.openxmlformats.org/officeDocument/2006/relationships/image" Target="../media/image12.png"/><Relationship Id="rId10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3DFD91-CEC2-17B2-070A-F3B94507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26133"/>
              </p:ext>
            </p:extLst>
          </p:nvPr>
        </p:nvGraphicFramePr>
        <p:xfrm>
          <a:off x="2326640" y="2795954"/>
          <a:ext cx="7538720" cy="1334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744">
                  <a:extLst>
                    <a:ext uri="{9D8B030D-6E8A-4147-A177-3AD203B41FA5}">
                      <a16:colId xmlns:a16="http://schemas.microsoft.com/office/drawing/2014/main" val="1702371756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2245436136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460720580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3827955939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1386300327"/>
                    </a:ext>
                  </a:extLst>
                </a:gridCol>
              </a:tblGrid>
              <a:tr h="1334686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777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F9F566-C984-881F-8733-9F722589DB10}"/>
              </a:ext>
            </a:extLst>
          </p:cNvPr>
          <p:cNvSpPr txBox="1"/>
          <p:nvPr/>
        </p:nvSpPr>
        <p:spPr>
          <a:xfrm>
            <a:off x="4181856" y="4130640"/>
            <a:ext cx="382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venir Next LT Pro" panose="020B0504020202020204" pitchFamily="34" charset="0"/>
              </a:rPr>
              <a:t>Build Week (w/c 16-Oct-2023)</a:t>
            </a:r>
            <a:endParaRPr lang="en-GB" sz="1400" dirty="0">
              <a:latin typeface="Avenir Next LT Pro" panose="020B0504020202020204" pitchFamily="34" charset="0"/>
            </a:endParaRPr>
          </a:p>
        </p:txBody>
      </p:sp>
      <p:pic>
        <p:nvPicPr>
          <p:cNvPr id="7" name="Picture 6" descr="A drawing of a machine&#10;&#10;Description automatically generated">
            <a:extLst>
              <a:ext uri="{FF2B5EF4-FFF2-40B4-BE49-F238E27FC236}">
                <a16:creationId xmlns:a16="http://schemas.microsoft.com/office/drawing/2014/main" id="{20BA1226-A14E-3324-C691-BC78989F57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568" b="78726" l="9712" r="89985">
                        <a14:foregroundMark x1="27162" y1="28896" x2="54780" y2="20933"/>
                        <a14:foregroundMark x1="54780" y1="20933" x2="72838" y2="28783"/>
                        <a14:foregroundMark x1="72838" y1="28783" x2="84674" y2="47099"/>
                        <a14:foregroundMark x1="84674" y1="47099" x2="69499" y2="68032"/>
                        <a14:foregroundMark x1="69499" y1="68032" x2="44310" y2="76451"/>
                        <a14:foregroundMark x1="44310" y1="76451" x2="24886" y2="68032"/>
                        <a14:foregroundMark x1="24886" y1="68032" x2="18058" y2="51422"/>
                        <a14:foregroundMark x1="18058" y1="51422" x2="22914" y2="34357"/>
                        <a14:foregroundMark x1="22914" y1="34357" x2="27466" y2="30830"/>
                        <a14:foregroundMark x1="61912" y1="77133" x2="40668" y2="78726"/>
                        <a14:foregroundMark x1="40668" y1="78726" x2="36874" y2="77816"/>
                        <a14:foregroundMark x1="37936" y1="20364" x2="53414" y2="19568"/>
                        <a14:foregroundMark x1="53414" y1="19568" x2="59484" y2="208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771" b="17706"/>
          <a:stretch/>
        </p:blipFill>
        <p:spPr>
          <a:xfrm rot="16200000">
            <a:off x="50256" y="1819611"/>
            <a:ext cx="1987296" cy="1763356"/>
          </a:xfrm>
          <a:prstGeom prst="rect">
            <a:avLst/>
          </a:prstGeom>
        </p:spPr>
      </p:pic>
      <p:pic>
        <p:nvPicPr>
          <p:cNvPr id="8" name="Picture 7" descr="A small wooden box with black trim&#10;&#10;Description automatically generated with medium confidence">
            <a:extLst>
              <a:ext uri="{FF2B5EF4-FFF2-40B4-BE49-F238E27FC236}">
                <a16:creationId xmlns:a16="http://schemas.microsoft.com/office/drawing/2014/main" id="{29148F2C-72AE-CA3B-DA0C-1A84866636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687" b="72355" l="17906" r="85281">
                        <a14:foregroundMark x1="45979" y1="26052" x2="55387" y2="27531"/>
                        <a14:foregroundMark x1="81184" y1="38567" x2="81942" y2="48692"/>
                        <a14:foregroundMark x1="85281" y1="41069" x2="85281" y2="38339"/>
                        <a14:foregroundMark x1="17906" y1="32196" x2="17906" y2="36746"/>
                        <a14:foregroundMark x1="50531" y1="25142" x2="56449" y2="25597"/>
                        <a14:foregroundMark x1="44917" y1="71217" x2="47193" y2="71445"/>
                        <a14:foregroundMark x1="44917" y1="70535" x2="47041" y2="70421"/>
                        <a14:foregroundMark x1="46131" y1="72355" x2="47648" y2="71559"/>
                        <a14:foregroundMark x1="52352" y1="24687" x2="54021" y2="250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1" t="22173" r="10301" b="22173"/>
          <a:stretch/>
        </p:blipFill>
        <p:spPr>
          <a:xfrm>
            <a:off x="6940774" y="628030"/>
            <a:ext cx="2057814" cy="1923976"/>
          </a:xfrm>
          <a:prstGeom prst="rect">
            <a:avLst/>
          </a:prstGeom>
        </p:spPr>
      </p:pic>
      <p:pic>
        <p:nvPicPr>
          <p:cNvPr id="10" name="Picture 9" descr="A device with wheels and wires&#10;&#10;Description automatically generated">
            <a:extLst>
              <a:ext uri="{FF2B5EF4-FFF2-40B4-BE49-F238E27FC236}">
                <a16:creationId xmlns:a16="http://schemas.microsoft.com/office/drawing/2014/main" id="{AEC9B735-2477-FDB7-B12F-075B7ACDCCE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0" r="14152" b="63903"/>
          <a:stretch/>
        </p:blipFill>
        <p:spPr>
          <a:xfrm>
            <a:off x="9968934" y="2089193"/>
            <a:ext cx="2079618" cy="1716210"/>
          </a:xfrm>
          <a:prstGeom prst="rect">
            <a:avLst/>
          </a:prstGeom>
        </p:spPr>
      </p:pic>
      <p:pic>
        <p:nvPicPr>
          <p:cNvPr id="14" name="Picture 13" descr="A wooden box with a circuit board&#10;&#10;Description automatically generated">
            <a:extLst>
              <a:ext uri="{FF2B5EF4-FFF2-40B4-BE49-F238E27FC236}">
                <a16:creationId xmlns:a16="http://schemas.microsoft.com/office/drawing/2014/main" id="{774B28CB-0675-DC72-3883-0844592138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5" t="13065" r="13065" b="13065"/>
          <a:stretch/>
        </p:blipFill>
        <p:spPr>
          <a:xfrm>
            <a:off x="2107322" y="635199"/>
            <a:ext cx="2000497" cy="2000497"/>
          </a:xfrm>
          <a:prstGeom prst="rect">
            <a:avLst/>
          </a:prstGeom>
        </p:spPr>
      </p:pic>
      <p:pic>
        <p:nvPicPr>
          <p:cNvPr id="16" name="Picture 15" descr="A close-up of a machine&#10;&#10;Description automatically generated">
            <a:extLst>
              <a:ext uri="{FF2B5EF4-FFF2-40B4-BE49-F238E27FC236}">
                <a16:creationId xmlns:a16="http://schemas.microsoft.com/office/drawing/2014/main" id="{B28DB0F6-8EF3-14EF-F0DD-4560DE1B56B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15142" r="4294" b="15142"/>
          <a:stretch/>
        </p:blipFill>
        <p:spPr>
          <a:xfrm>
            <a:off x="4447671" y="635199"/>
            <a:ext cx="2193452" cy="1672859"/>
          </a:xfrm>
          <a:prstGeom prst="rect">
            <a:avLst/>
          </a:prstGeom>
        </p:spPr>
      </p:pic>
      <p:pic>
        <p:nvPicPr>
          <p:cNvPr id="17" name="Picture 16" descr="A drawing of a circuit board&#10;&#10;Description automatically generated">
            <a:extLst>
              <a:ext uri="{FF2B5EF4-FFF2-40B4-BE49-F238E27FC236}">
                <a16:creationId xmlns:a16="http://schemas.microsoft.com/office/drawing/2014/main" id="{22BBFBD1-71B1-233E-41E5-BC930A0D7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85" y="4349182"/>
            <a:ext cx="1612069" cy="1196798"/>
          </a:xfrm>
          <a:prstGeom prst="rect">
            <a:avLst/>
          </a:prstGeom>
        </p:spPr>
      </p:pic>
      <p:pic>
        <p:nvPicPr>
          <p:cNvPr id="18" name="Picture 17" descr="A drawing of electrical wiring&#10;&#10;Description automatically generated with medium confidence">
            <a:extLst>
              <a:ext uri="{FF2B5EF4-FFF2-40B4-BE49-F238E27FC236}">
                <a16:creationId xmlns:a16="http://schemas.microsoft.com/office/drawing/2014/main" id="{55BE0B66-3FD8-80A3-8EC0-BF57FD9F1D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58" y="5575777"/>
            <a:ext cx="1338124" cy="8312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8F9F4B-CFE8-B396-FBA4-AF1E92508B2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855" b="3635"/>
          <a:stretch/>
        </p:blipFill>
        <p:spPr>
          <a:xfrm>
            <a:off x="2444422" y="4654950"/>
            <a:ext cx="2666866" cy="1643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03D59C-3888-5C84-00FF-D41DFB094D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1442" y="4654950"/>
            <a:ext cx="2080598" cy="8328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385BCA-215A-C703-EA98-375EA690B4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8934" y="3845313"/>
            <a:ext cx="2079619" cy="1196218"/>
          </a:xfrm>
          <a:prstGeom prst="rect">
            <a:avLst/>
          </a:prstGeom>
        </p:spPr>
      </p:pic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9342FD94-4B0F-685C-8490-A795A6FE98B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9" t="8802" r="19438" b="7392"/>
          <a:stretch/>
        </p:blipFill>
        <p:spPr>
          <a:xfrm>
            <a:off x="7792979" y="4618536"/>
            <a:ext cx="851423" cy="1631107"/>
          </a:xfrm>
          <a:prstGeom prst="rect">
            <a:avLst/>
          </a:prstGeom>
        </p:spPr>
      </p:pic>
      <p:pic>
        <p:nvPicPr>
          <p:cNvPr id="9" name="Picture 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F7FC466E-252D-41DF-A260-67642A8956F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5" t="20956" r="9503" b="22058"/>
          <a:stretch/>
        </p:blipFill>
        <p:spPr>
          <a:xfrm>
            <a:off x="5190096" y="5460310"/>
            <a:ext cx="1811807" cy="13692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3C5439-9321-0185-A295-8982761129AC}"/>
              </a:ext>
            </a:extLst>
          </p:cNvPr>
          <p:cNvCxnSpPr>
            <a:cxnSpLocks/>
          </p:cNvCxnSpPr>
          <p:nvPr/>
        </p:nvCxnSpPr>
        <p:spPr>
          <a:xfrm>
            <a:off x="3279913" y="2393855"/>
            <a:ext cx="316651" cy="1069442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A2FEA6-E1E7-055E-11C9-DF875367D024}"/>
              </a:ext>
            </a:extLst>
          </p:cNvPr>
          <p:cNvCxnSpPr>
            <a:cxnSpLocks/>
          </p:cNvCxnSpPr>
          <p:nvPr/>
        </p:nvCxnSpPr>
        <p:spPr>
          <a:xfrm>
            <a:off x="1656982" y="3070620"/>
            <a:ext cx="787440" cy="392677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A182BF-7ED0-DA17-1F55-A6CA1B49801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793954" y="3477805"/>
            <a:ext cx="1009323" cy="1469776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AA3D75-EBDB-7B91-5054-37047DC66379}"/>
              </a:ext>
            </a:extLst>
          </p:cNvPr>
          <p:cNvCxnSpPr>
            <a:cxnSpLocks/>
          </p:cNvCxnSpPr>
          <p:nvPr/>
        </p:nvCxnSpPr>
        <p:spPr>
          <a:xfrm>
            <a:off x="5956035" y="2179983"/>
            <a:ext cx="47268" cy="1249017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CB9A38-AD6C-F6F2-C6CA-CB787F60DE0A}"/>
              </a:ext>
            </a:extLst>
          </p:cNvPr>
          <p:cNvCxnSpPr>
            <a:cxnSpLocks/>
          </p:cNvCxnSpPr>
          <p:nvPr/>
        </p:nvCxnSpPr>
        <p:spPr>
          <a:xfrm flipH="1" flipV="1">
            <a:off x="4173329" y="3463297"/>
            <a:ext cx="180010" cy="1287607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F32B9B-9AF2-B776-01BB-5863A47E51B7}"/>
              </a:ext>
            </a:extLst>
          </p:cNvPr>
          <p:cNvCxnSpPr>
            <a:cxnSpLocks/>
          </p:cNvCxnSpPr>
          <p:nvPr/>
        </p:nvCxnSpPr>
        <p:spPr>
          <a:xfrm flipH="1">
            <a:off x="7332015" y="2072628"/>
            <a:ext cx="246579" cy="1356372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5F848E-0382-823A-1B3E-68FAD122A4B3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8042011" y="3456173"/>
            <a:ext cx="176680" cy="1162363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23DE01-7F37-F19F-273F-D1124A92A72C}"/>
              </a:ext>
            </a:extLst>
          </p:cNvPr>
          <p:cNvCxnSpPr>
            <a:cxnSpLocks/>
          </p:cNvCxnSpPr>
          <p:nvPr/>
        </p:nvCxnSpPr>
        <p:spPr>
          <a:xfrm flipH="1">
            <a:off x="9578923" y="3039902"/>
            <a:ext cx="390011" cy="423395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B7F941-D0A2-7D6F-5E65-A802034A7BE5}"/>
              </a:ext>
            </a:extLst>
          </p:cNvPr>
          <p:cNvCxnSpPr>
            <a:cxnSpLocks/>
          </p:cNvCxnSpPr>
          <p:nvPr/>
        </p:nvCxnSpPr>
        <p:spPr>
          <a:xfrm flipH="1" flipV="1">
            <a:off x="9578923" y="3463297"/>
            <a:ext cx="415440" cy="667343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066086D-7268-7AF5-6AAE-3968B6F84B13}"/>
              </a:ext>
            </a:extLst>
          </p:cNvPr>
          <p:cNvSpPr txBox="1"/>
          <p:nvPr/>
        </p:nvSpPr>
        <p:spPr>
          <a:xfrm>
            <a:off x="8644402" y="3768044"/>
            <a:ext cx="1037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>
                <a:latin typeface="Avenir Next LT Pro" panose="020B0504020202020204" pitchFamily="34" charset="0"/>
              </a:rPr>
              <a:t>Test logbook submission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0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close-up of a machine&#10;&#10;Description automatically generated">
            <a:extLst>
              <a:ext uri="{FF2B5EF4-FFF2-40B4-BE49-F238E27FC236}">
                <a16:creationId xmlns:a16="http://schemas.microsoft.com/office/drawing/2014/main" id="{2C41AA85-37D3-71C9-42CF-E383C47342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58"/>
          <a:stretch/>
        </p:blipFill>
        <p:spPr>
          <a:xfrm>
            <a:off x="2007705" y="4504072"/>
            <a:ext cx="2723362" cy="224791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3DFD91-CEC2-17B2-070A-F3B94507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33471"/>
              </p:ext>
            </p:extLst>
          </p:nvPr>
        </p:nvGraphicFramePr>
        <p:xfrm>
          <a:off x="2326640" y="3294559"/>
          <a:ext cx="7538720" cy="1334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744">
                  <a:extLst>
                    <a:ext uri="{9D8B030D-6E8A-4147-A177-3AD203B41FA5}">
                      <a16:colId xmlns:a16="http://schemas.microsoft.com/office/drawing/2014/main" val="1702371756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2245436136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460720580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3827955939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1386300327"/>
                    </a:ext>
                  </a:extLst>
                </a:gridCol>
              </a:tblGrid>
              <a:tr h="1334686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Avenir Next LT Pro" panose="020B0504020202020204" pitchFamily="34" charset="0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777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F9F566-C984-881F-8733-9F722589DB10}"/>
              </a:ext>
            </a:extLst>
          </p:cNvPr>
          <p:cNvSpPr txBox="1"/>
          <p:nvPr/>
        </p:nvSpPr>
        <p:spPr>
          <a:xfrm>
            <a:off x="3918857" y="4629245"/>
            <a:ext cx="435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venir Next LT Pro" panose="020B0504020202020204" pitchFamily="34" charset="0"/>
              </a:rPr>
              <a:t>Integration Week (w/c 23-Oct-2023)</a:t>
            </a:r>
            <a:endParaRPr lang="en-GB" sz="1400" dirty="0">
              <a:latin typeface="Avenir Next LT Pro" panose="020B0504020202020204" pitchFamily="34" charset="0"/>
            </a:endParaRPr>
          </a:p>
        </p:txBody>
      </p:sp>
      <p:pic>
        <p:nvPicPr>
          <p:cNvPr id="12" name="Picture 11" descr="A transparent ball with a small robot inside&#10;&#10;Description automatically generated">
            <a:extLst>
              <a:ext uri="{FF2B5EF4-FFF2-40B4-BE49-F238E27FC236}">
                <a16:creationId xmlns:a16="http://schemas.microsoft.com/office/drawing/2014/main" id="{9FC3BB1C-B442-671A-BA1E-962E0F7AE4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9" r="31750" b="11314"/>
          <a:stretch/>
        </p:blipFill>
        <p:spPr>
          <a:xfrm>
            <a:off x="1054874" y="1000540"/>
            <a:ext cx="2170838" cy="209308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C62874D-2565-117E-232B-739B56F602A0}"/>
              </a:ext>
            </a:extLst>
          </p:cNvPr>
          <p:cNvCxnSpPr>
            <a:cxnSpLocks/>
          </p:cNvCxnSpPr>
          <p:nvPr/>
        </p:nvCxnSpPr>
        <p:spPr>
          <a:xfrm>
            <a:off x="2473892" y="2925227"/>
            <a:ext cx="751820" cy="1050425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-up of a circuit board&#10;&#10;Description automatically generated">
            <a:extLst>
              <a:ext uri="{FF2B5EF4-FFF2-40B4-BE49-F238E27FC236}">
                <a16:creationId xmlns:a16="http://schemas.microsoft.com/office/drawing/2014/main" id="{F3E13685-4DBC-6CD5-8EA9-7459541EDB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0" b="6560"/>
          <a:stretch/>
        </p:blipFill>
        <p:spPr>
          <a:xfrm>
            <a:off x="3775403" y="410817"/>
            <a:ext cx="2244388" cy="260054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EB25EC-120F-5DB5-C136-2ED2ED3B139F}"/>
              </a:ext>
            </a:extLst>
          </p:cNvPr>
          <p:cNvCxnSpPr>
            <a:cxnSpLocks/>
          </p:cNvCxnSpPr>
          <p:nvPr/>
        </p:nvCxnSpPr>
        <p:spPr>
          <a:xfrm flipH="1">
            <a:off x="4969565" y="3011366"/>
            <a:ext cx="183855" cy="950536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DA40522-078E-884D-BCB8-D4E50FDCE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307" y="869242"/>
            <a:ext cx="1735291" cy="212034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7F9A704-F525-0D17-06CA-240E85A03F0B}"/>
              </a:ext>
            </a:extLst>
          </p:cNvPr>
          <p:cNvCxnSpPr>
            <a:cxnSpLocks/>
          </p:cNvCxnSpPr>
          <p:nvPr/>
        </p:nvCxnSpPr>
        <p:spPr>
          <a:xfrm flipH="1">
            <a:off x="6225601" y="2989590"/>
            <a:ext cx="529210" cy="964286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55CAABF-9DBA-621A-E707-E1CCA2772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48" y="367587"/>
            <a:ext cx="2355206" cy="2687008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7C0FC3-5860-F200-1F05-F8DCC88817A3}"/>
              </a:ext>
            </a:extLst>
          </p:cNvPr>
          <p:cNvCxnSpPr>
            <a:cxnSpLocks/>
          </p:cNvCxnSpPr>
          <p:nvPr/>
        </p:nvCxnSpPr>
        <p:spPr>
          <a:xfrm flipH="1">
            <a:off x="8150087" y="3054595"/>
            <a:ext cx="218661" cy="915320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44241F0-1C06-5ACD-0CDA-80D715CC2E37}"/>
              </a:ext>
            </a:extLst>
          </p:cNvPr>
          <p:cNvSpPr txBox="1"/>
          <p:nvPr/>
        </p:nvSpPr>
        <p:spPr>
          <a:xfrm>
            <a:off x="8617898" y="4258845"/>
            <a:ext cx="10379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>
                <a:latin typeface="Avenir Next LT Pro" panose="020B0504020202020204" pitchFamily="34" charset="0"/>
              </a:rPr>
              <a:t>Hardware freeze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DB8721-5BC7-01FF-F98B-F60D6CC644FB}"/>
              </a:ext>
            </a:extLst>
          </p:cNvPr>
          <p:cNvCxnSpPr>
            <a:cxnSpLocks/>
          </p:cNvCxnSpPr>
          <p:nvPr/>
        </p:nvCxnSpPr>
        <p:spPr>
          <a:xfrm flipV="1">
            <a:off x="3775403" y="3987523"/>
            <a:ext cx="460616" cy="1101312"/>
          </a:xfrm>
          <a:prstGeom prst="straightConnector1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35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9AA1F6-7CA9-0017-AB6C-344C1FBF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19" y="0"/>
            <a:ext cx="10183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0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31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2023-10-31T14:54:24Z</dcterms:created>
  <dcterms:modified xsi:type="dcterms:W3CDTF">2023-11-02T20:08:05Z</dcterms:modified>
</cp:coreProperties>
</file>