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D295-04B3-EC2F-9B1C-67005DF93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2FEA9-BCC7-E65D-67EF-69E0CB928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9D098-33DD-4513-FC8F-B9D634DB4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A6609-0260-8E3F-3990-4FC33A6A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0E6DD-CC46-FBE3-C910-64E4AAA68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47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BA46-2566-9A4E-090D-04FD6CFA4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B0AFB-DC3D-C59A-E31F-CF9ECEBBF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BE545-ABCB-D7FB-2FF4-53A880EC4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F6FA4-3A7C-C63B-A73C-9DE1E92A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B326C-FF33-5040-AC27-29F761F3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41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8E85-630E-3E47-949F-D1CBEDDC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4F34F-400C-3873-9CA3-B74C0D676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C6A97-888C-FE4B-9DB6-A34751B6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29350-C227-D592-5E38-A55BB87B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089-47E9-AB33-CD2F-FEAF0616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244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F380-D6E3-C987-4734-E700C1B9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1DB02-4774-D64B-BE3C-E936CD81F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4C452-F44E-D1E4-72D2-824F16158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62BE4-5F10-9C62-507D-C0A38B63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3B1DD-8951-23AE-3738-C86AEE071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A131E-5807-53A2-543E-D4402DD6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79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47DC-AC77-5101-981E-FA9BE711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1F7B1-BA36-69DB-808D-DE646EAF1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339F5-553B-D54D-801C-0435C9213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773767-9BCA-A6E9-FEC7-5F2F4DBAD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34BE2B-6521-7161-6078-CCEA75D42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02CED3-AB41-2E09-5EB6-DB14ACED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C03826-F7B6-C909-8262-7E3353DB8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F9A39-C560-19F1-DCAC-3104E9B1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90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F6536-8FF2-1B75-7456-0F687B96D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BF9621-1811-B016-A2C9-DAAA49922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C5DF3-73B0-C44B-A0BF-5C27491CC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78B38-EB7C-2C20-6128-37C415E54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403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613958-42F7-0B01-E22F-19F0A5C3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51F7AC-D2E7-8C03-F9B7-22B1A569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3F415-9998-FAA5-BF02-CBBAA5D3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849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047E2-7293-6C62-1B04-D2F518C50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80EEF-9647-41AA-54F3-96AA82663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62462-A60E-B55A-60DE-E0A29651C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21E20-F934-5C3F-B938-A709826BF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D02FD-B8DE-1383-161A-7C52F30F0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46C65-BFAE-BE3A-74F4-361A906E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79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B3B58-02A9-4888-01AD-14603DF2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2C4992-F5D5-7C52-D068-908EF7877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B2BFA-0993-9B48-C971-0DC0C0145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543EC-9138-B7F4-5A09-5EDB635E4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D2A56-9FAF-01AA-5AA5-3BA7C6AD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5F4EE-E514-6E5D-C514-E2D265319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72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DE7E-BB3C-4C61-FBA5-7BC8AF84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598E6-9FCC-4D07-A5BD-B31B08F57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78FF3-0394-56D1-96A1-906D0385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51DCC-C2A7-9B06-722E-E14735BBA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B82A4-BF94-FAC4-2E45-5772688D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46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1374AF-FB8C-CF33-3E07-293CD8241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8B012-E826-AE97-EB0D-8E06EB5BB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5F73F-B0C6-0DF7-8799-104733AC5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374DB-6ABC-065D-F665-E83ADFDC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0D2DF-08CE-5E34-EB6A-3F14D305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655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399DA4-D704-92C5-204B-C238B4F63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2BED2-01BA-67B7-8AF8-46020BC35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30AFE-2D53-638A-5AFD-8A96F45A5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36640-D592-484A-816E-D311E52A4713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30831-00E1-E6A9-8626-D285D14DC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F6A1B-BA5E-C05C-AC69-0BB9A3549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2B5E-962F-43F7-8A3D-F51A71E319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641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617CAC-5F70-7193-026E-D179E8016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42" t="29841" r="40469" b="19907"/>
          <a:stretch>
            <a:fillRect/>
          </a:stretch>
        </p:blipFill>
        <p:spPr>
          <a:xfrm>
            <a:off x="770020" y="896152"/>
            <a:ext cx="10450029" cy="46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14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Harry Mills</dc:creator>
  <cp:lastModifiedBy>Harry Mills</cp:lastModifiedBy>
  <cp:revision>1</cp:revision>
  <dcterms:created xsi:type="dcterms:W3CDTF">2025-07-02T19:31:38Z</dcterms:created>
  <dcterms:modified xsi:type="dcterms:W3CDTF">2025-07-02T19:32:43Z</dcterms:modified>
</cp:coreProperties>
</file>