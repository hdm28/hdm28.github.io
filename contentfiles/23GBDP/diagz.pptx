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57" r:id="rId5"/>
    <p:sldId id="260" r:id="rId6"/>
    <p:sldId id="262" r:id="rId7"/>
    <p:sldId id="264" r:id="rId8"/>
    <p:sldId id="263" r:id="rId9"/>
    <p:sldId id="261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E9F4"/>
    <a:srgbClr val="16B6CC"/>
    <a:srgbClr val="33CC33"/>
    <a:srgbClr val="90674E"/>
    <a:srgbClr val="986D53"/>
    <a:srgbClr val="896045"/>
    <a:srgbClr val="9A7055"/>
    <a:srgbClr val="86624A"/>
    <a:srgbClr val="8F694F"/>
    <a:srgbClr val="DAD1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723514-E69A-4861-98FC-97FE7AA3A930}" v="217" dt="2023-05-29T19:21:12.3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46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ry Mills" userId="84b24cd5-b351-43b9-b5be-2fc7ae7b56de" providerId="ADAL" clId="{34723514-E69A-4861-98FC-97FE7AA3A930}"/>
    <pc:docChg chg="undo custSel addSld modSld">
      <pc:chgData name="Harry Mills" userId="84b24cd5-b351-43b9-b5be-2fc7ae7b56de" providerId="ADAL" clId="{34723514-E69A-4861-98FC-97FE7AA3A930}" dt="2025-07-02T20:05:34.060" v="1533" actId="1076"/>
      <pc:docMkLst>
        <pc:docMk/>
      </pc:docMkLst>
      <pc:sldChg chg="delSp modSp mod">
        <pc:chgData name="Harry Mills" userId="84b24cd5-b351-43b9-b5be-2fc7ae7b56de" providerId="ADAL" clId="{34723514-E69A-4861-98FC-97FE7AA3A930}" dt="2025-07-02T20:05:34.060" v="1533" actId="1076"/>
        <pc:sldMkLst>
          <pc:docMk/>
          <pc:sldMk cId="438271067" sldId="256"/>
        </pc:sldMkLst>
        <pc:picChg chg="mod">
          <ac:chgData name="Harry Mills" userId="84b24cd5-b351-43b9-b5be-2fc7ae7b56de" providerId="ADAL" clId="{34723514-E69A-4861-98FC-97FE7AA3A930}" dt="2025-07-02T20:05:34.060" v="1533" actId="1076"/>
          <ac:picMkLst>
            <pc:docMk/>
            <pc:sldMk cId="438271067" sldId="256"/>
            <ac:picMk id="12" creationId="{4C3AC23E-D868-3662-D63D-6C4FAE460FDA}"/>
          </ac:picMkLst>
        </pc:picChg>
      </pc:sldChg>
      <pc:sldChg chg="addSp delSp modSp new mod">
        <pc:chgData name="Harry Mills" userId="84b24cd5-b351-43b9-b5be-2fc7ae7b56de" providerId="ADAL" clId="{34723514-E69A-4861-98FC-97FE7AA3A930}" dt="2023-05-11T21:32:04.663" v="303" actId="14100"/>
        <pc:sldMkLst>
          <pc:docMk/>
          <pc:sldMk cId="448953007" sldId="257"/>
        </pc:sldMkLst>
      </pc:sldChg>
      <pc:sldChg chg="addSp delSp modSp add mod">
        <pc:chgData name="Harry Mills" userId="84b24cd5-b351-43b9-b5be-2fc7ae7b56de" providerId="ADAL" clId="{34723514-E69A-4861-98FC-97FE7AA3A930}" dt="2023-05-11T12:37:31.078" v="214" actId="207"/>
        <pc:sldMkLst>
          <pc:docMk/>
          <pc:sldMk cId="1378406433" sldId="258"/>
        </pc:sldMkLst>
      </pc:sldChg>
      <pc:sldChg chg="addSp delSp modSp add mod">
        <pc:chgData name="Harry Mills" userId="84b24cd5-b351-43b9-b5be-2fc7ae7b56de" providerId="ADAL" clId="{34723514-E69A-4861-98FC-97FE7AA3A930}" dt="2023-05-12T22:08:15.162" v="654" actId="208"/>
        <pc:sldMkLst>
          <pc:docMk/>
          <pc:sldMk cId="3980802867" sldId="259"/>
        </pc:sldMkLst>
      </pc:sldChg>
      <pc:sldChg chg="addSp delSp modSp new mod">
        <pc:chgData name="Harry Mills" userId="84b24cd5-b351-43b9-b5be-2fc7ae7b56de" providerId="ADAL" clId="{34723514-E69A-4861-98FC-97FE7AA3A930}" dt="2023-05-12T15:43:06.621" v="356" actId="1076"/>
        <pc:sldMkLst>
          <pc:docMk/>
          <pc:sldMk cId="2937953701" sldId="260"/>
        </pc:sldMkLst>
      </pc:sldChg>
      <pc:sldChg chg="addSp delSp modSp new mod">
        <pc:chgData name="Harry Mills" userId="84b24cd5-b351-43b9-b5be-2fc7ae7b56de" providerId="ADAL" clId="{34723514-E69A-4861-98FC-97FE7AA3A930}" dt="2023-05-12T21:30:21.863" v="420" actId="20577"/>
        <pc:sldMkLst>
          <pc:docMk/>
          <pc:sldMk cId="1242899605" sldId="261"/>
        </pc:sldMkLst>
      </pc:sldChg>
      <pc:sldChg chg="addSp delSp modSp new mod">
        <pc:chgData name="Harry Mills" userId="84b24cd5-b351-43b9-b5be-2fc7ae7b56de" providerId="ADAL" clId="{34723514-E69A-4861-98FC-97FE7AA3A930}" dt="2023-05-12T23:25:53.091" v="804" actId="1076"/>
        <pc:sldMkLst>
          <pc:docMk/>
          <pc:sldMk cId="3119889077" sldId="262"/>
        </pc:sldMkLst>
      </pc:sldChg>
      <pc:sldChg chg="addSp delSp modSp new mod">
        <pc:chgData name="Harry Mills" userId="84b24cd5-b351-43b9-b5be-2fc7ae7b56de" providerId="ADAL" clId="{34723514-E69A-4861-98FC-97FE7AA3A930}" dt="2023-05-16T17:01:54.506" v="1525" actId="1076"/>
        <pc:sldMkLst>
          <pc:docMk/>
          <pc:sldMk cId="4205411168" sldId="263"/>
        </pc:sldMkLst>
      </pc:sldChg>
      <pc:sldChg chg="addSp delSp modSp add mod">
        <pc:chgData name="Harry Mills" userId="84b24cd5-b351-43b9-b5be-2fc7ae7b56de" providerId="ADAL" clId="{34723514-E69A-4861-98FC-97FE7AA3A930}" dt="2023-05-16T00:54:41.544" v="1220" actId="1076"/>
        <pc:sldMkLst>
          <pc:docMk/>
          <pc:sldMk cId="513710898" sldId="266"/>
        </pc:sldMkLst>
      </pc:sldChg>
      <pc:sldChg chg="addSp delSp modSp add mod">
        <pc:chgData name="Harry Mills" userId="84b24cd5-b351-43b9-b5be-2fc7ae7b56de" providerId="ADAL" clId="{34723514-E69A-4861-98FC-97FE7AA3A930}" dt="2023-05-16T01:27:33.898" v="1523" actId="20577"/>
        <pc:sldMkLst>
          <pc:docMk/>
          <pc:sldMk cId="2889066711" sldId="267"/>
        </pc:sldMkLst>
      </pc:sldChg>
      <pc:sldChg chg="addSp delSp modSp add mod">
        <pc:chgData name="Harry Mills" userId="84b24cd5-b351-43b9-b5be-2fc7ae7b56de" providerId="ADAL" clId="{34723514-E69A-4861-98FC-97FE7AA3A930}" dt="2023-05-29T19:21:24.308" v="1532" actId="1076"/>
        <pc:sldMkLst>
          <pc:docMk/>
          <pc:sldMk cId="562003245" sldId="268"/>
        </pc:sldMkLst>
      </pc:sldChg>
    </pc:docChg>
  </pc:docChgLst>
  <pc:docChgLst>
    <pc:chgData name="Harry Mills" userId="84b24cd5-b351-43b9-b5be-2fc7ae7b56de" providerId="ADAL" clId="{3B28C13F-4F55-4CDF-AE29-3855F753ED8A}"/>
    <pc:docChg chg="undo custSel addSld modSld">
      <pc:chgData name="Harry Mills" userId="84b24cd5-b351-43b9-b5be-2fc7ae7b56de" providerId="ADAL" clId="{3B28C13F-4F55-4CDF-AE29-3855F753ED8A}" dt="2023-05-15T11:17:02.274" v="353" actId="164"/>
      <pc:docMkLst>
        <pc:docMk/>
      </pc:docMkLst>
      <pc:sldChg chg="delSp modSp mod">
        <pc:chgData name="Harry Mills" userId="84b24cd5-b351-43b9-b5be-2fc7ae7b56de" providerId="ADAL" clId="{3B28C13F-4F55-4CDF-AE29-3855F753ED8A}" dt="2023-05-15T10:26:49.835" v="48" actId="1076"/>
        <pc:sldMkLst>
          <pc:docMk/>
          <pc:sldMk cId="438271067" sldId="256"/>
        </pc:sldMkLst>
      </pc:sldChg>
      <pc:sldChg chg="addSp delSp modSp mod">
        <pc:chgData name="Harry Mills" userId="84b24cd5-b351-43b9-b5be-2fc7ae7b56de" providerId="ADAL" clId="{3B28C13F-4F55-4CDF-AE29-3855F753ED8A}" dt="2023-05-15T09:36:42.820" v="12" actId="1076"/>
        <pc:sldMkLst>
          <pc:docMk/>
          <pc:sldMk cId="3119889077" sldId="262"/>
        </pc:sldMkLst>
      </pc:sldChg>
      <pc:sldChg chg="addSp delSp modSp add mod">
        <pc:chgData name="Harry Mills" userId="84b24cd5-b351-43b9-b5be-2fc7ae7b56de" providerId="ADAL" clId="{3B28C13F-4F55-4CDF-AE29-3855F753ED8A}" dt="2023-05-15T10:00:54.615" v="42" actId="1076"/>
        <pc:sldMkLst>
          <pc:docMk/>
          <pc:sldMk cId="2880057497" sldId="264"/>
        </pc:sldMkLst>
      </pc:sldChg>
      <pc:sldChg chg="addSp delSp modSp add mod">
        <pc:chgData name="Harry Mills" userId="84b24cd5-b351-43b9-b5be-2fc7ae7b56de" providerId="ADAL" clId="{3B28C13F-4F55-4CDF-AE29-3855F753ED8A}" dt="2023-05-15T11:17:02.274" v="353" actId="164"/>
        <pc:sldMkLst>
          <pc:docMk/>
          <pc:sldMk cId="2041474312" sldId="265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2T22:33:22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2553 1 24575,'0'11'0,"-1"0"0,0 0 0,-1 0 0,0 0 0,-1 0 0,0 0 0,0-1 0,-1 1 0,-1-1 0,0 0 0,0 0 0,-1-1 0,0 0 0,-12 14 0,-6 2 0,0-2 0,-1 0 0,-42 27 0,41-31 0,-6 6 0,-1-2 0,-2-1 0,0-1 0,-52 21 0,16-17 0,-2-4 0,0-3 0,-1-3 0,-133 10 0,-304-20 0,107-6 0,362 3 0,1 2 0,0 1 0,0 3 0,1 1 0,0 2 0,0 2 0,-58 27 0,77-30 0,1 1 0,-1 2 0,2 0 0,0 0 0,0 2 0,2 1 0,0 0 0,0 1 0,2 0 0,0 2 0,1 0 0,1 0 0,1 1 0,-18 39 0,23-41 0,1 0 0,0 0 0,1 1 0,1-1 0,1 1 0,1 0 0,0 0 0,2 1 0,0-1 0,1 0 0,1 0 0,1 0 0,0 0 0,1-1 0,2 1 0,0-1 0,15 33 0,-13-34-15,-1 1-1,-1 0 0,-1 1 1,3 19-1,1 0-1271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2T22:33:37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24575,'24'20'0,"0"-2"0,1 0 0,43 21 0,-24-13 0,74 41 0,2-4 0,3-6 0,2-6 0,2-5 0,2-5 0,2-6 0,1-6 0,2-6 0,170 8 0,-119-29 0,191-23 0,182-47 0,-56 5 0,-322 44 0,445-40 0,2 31 0,-491 27 0,386 17 0,-520-16 0,56 12 0,-54-11 0,-1 1 0,1-1 0,-1 1 0,0 0 0,1 1 0,-1-1 0,0 0 0,0 1 0,-1 0 0,1-1 0,0 1 0,-1 0 0,3 4 0,5 8-273,1-2 0,1 1 0,1-1 0,22 19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2T22:33:47.9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0 24575,'0'3'0,"0"-1"0,0 0 0,-1 1 0,1-1 0,-1 0 0,1 1 0,-1-1 0,0 0 0,0 0 0,0 0 0,0 0 0,0 1 0,0-1 0,-1-1 0,1 1 0,0 0 0,-1 0 0,0-1 0,0 1 0,1 0 0,-1-1 0,0 0 0,0 1 0,0-1 0,0 0 0,0 0 0,-1 0 0,1 0 0,0-1 0,0 1 0,-1-1 0,1 1 0,-3-1 0,3 1 0,1-1 0,-1 0 0,1 1 0,-1-1 0,1 1 0,-1-1 0,1 1 0,0 0 0,-1 0 0,1 0 0,0 0 0,0 0 0,-1 0 0,1 0 0,0 0 0,0 0 0,0 0 0,0 0 0,1 1 0,-1-1 0,0 0 0,0 1 0,1-1 0,-1 1 0,1-1 0,-1 1 0,1-1 0,0 1 0,-1-1 0,1 1 0,0-1 0,0 1 0,0 0 0,0-1 0,1 1 0,-1-1 0,0 1 0,1-1 0,-1 1 0,0-1 0,1 1 0,0-1 0,-1 0 0,1 1 0,0-1 0,1 2 0,-1-1 0,0-1 0,0 0 0,-1 1 0,1-1 0,0 0 0,0 0 0,0 0 0,1 0 0,-1 0 0,0 0 0,0 0 0,0 0 0,1 0 0,-1 0 0,0-1 0,1 1 0,-1 0 0,1-1 0,-1 0 0,1 1 0,-1-1 0,1 0 0,-1 1 0,1-1 0,-1 0 0,1 0 0,-1 0 0,1-1 0,-1 1 0,1 0 0,-1 0 0,1-1 0,-1 1 0,1-1 0,-1 0 0,0 1 0,1-1 0,-1 0 0,0 0 0,1 0 0,-1 1 0,0-1 0,0-1 0,0 1 0,0 0 0,0 0 0,0 0 0,0-1 0,1 0 0,16-19-1365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2T22:33:29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24575,'2'5'0,"0"0"0,0 0 0,1 0 0,-1-1 0,1 1 0,0-1 0,1 0 0,-1 0 0,1 0 0,-1 0 0,1 0 0,6 4 0,2 3 0,339 302 0,-111-105 0,-153-133 0,-47-42 0,-1 1 0,-2 1 0,-2 3 0,37 48 0,-61-67 44,-1-1 0,9 25-1,8 14-1539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2T22:33:31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24575,'2'6'0,"0"0"0,1 0 0,-1-1 0,1 1 0,0 0 0,1-1 0,-1 0 0,1 0 0,0 0 0,1 0 0,-1-1 0,1 1 0,6 4 0,2 3 0,59 52 0,3-4 0,3-2 0,96 53 0,-127-82 0,1-2 0,1-2 0,1-2 0,1-2 0,1-3 0,0-2 0,1-2 0,1-2 0,0-3 0,1-2 0,56-1 0,219 3 0,-273-3 0,0 1 0,0 4 0,95 29 0,-145-37-91,0 1 0,0-1 0,0 1 0,-1 0 0,1 1 0,-1 0 0,0 0 0,0 0 0,-1 1 0,0-1 0,0 1 0,0 1 0,0-1 0,5 11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2T22:33:42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24575,'3'4'0,"-1"1"0,1 0 0,0-1 0,0 0 0,1 0 0,-1 0 0,1 0 0,0 0 0,0-1 0,9 6 0,-6-3 0,14 10-36,-17-14-75,0 0 0,0 1 0,0-1 1,-1 1-1,0 0 0,1 0 1,-1 0-1,0 1 0,0-1 0,-1 1 1,5 6-1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2T22:33:44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24575,'2'0'6,"0"0"0,0 0 0,0 0 0,0 0 0,0 0 0,-1 1 0,1-1 0,0 1 0,0-1 0,0 1 0,-1 0 0,1-1 0,0 1 0,-1 0 0,1 0 0,0 0 0,-1 1 0,0-1 0,3 3 0,-3-3-44,-1 0 0,0 0 0,0 0 0,0 0 0,0 0 0,0 0-1,0 0 1,0 0 0,0-1 0,0 1 0,0 0 0,-1 0 0,1 0 0,0 0 0,-1 0 0,1 0 0,0 0 0,-1 0 0,1 0-1,-1-1 1,0 1 0,1 0 0,-1 0 0,0-1 0,1 1 0,-1 0 0,0-1 0,0 1 0,1-1 0,-1 1 0,0-1 0,0 1-1,0-1 1,0 1 0,0-1 0,0 0 0,0 0 0,-1 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2T22:33:50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3 24575,'-2'0'0,"0"0"0,0 0 0,0 1 0,0-1 0,0 1 0,0-1 0,0 1 0,0 0 0,0 0 0,0 0 0,0 0 0,1 0 0,-1 0 0,0 0 0,1 1 0,-1-1 0,1 0 0,-3 4 0,4-5 0,-1 1 0,1-1 0,0 1 0,0-1 0,-1 0 0,1 1 0,0-1 0,0 1 0,0-1 0,0 1 0,0-1 0,0 1 0,-1-1 0,1 1 0,0-1 0,0 1 0,1-1 0,-1 1 0,0-1 0,0 1 0,0-1 0,0 0 0,0 1 0,0-1 0,1 1 0,-1-1 0,0 1 0,1 0 0,0 0 0,0-1 0,0 1 0,1 0 0,-1 0 0,0-1 0,0 1 0,1-1 0,-1 1 0,1-1 0,-1 1 0,0-1 0,1 0 0,-1 0 0,1 0 0,1 0 0,0 0 0,1 0 0,-1 0 0,1-1 0,-1 1 0,0-1 0,1 0 0,-1 0 0,5-2 0,-7 3 0,-1-1 0,1 1 0,0 0 0,-1-1 0,1 1 0,-1 0 0,1-1 0,-1 1 0,1-1 0,-1 1 0,1-1 0,-1 1 0,1-1 0,-1 1 0,0-1 0,1 1 0,-1-1 0,0 0 0,1 1 0,-1-1 0,0 0 0,0 1 0,0-1 0,1 0 0,-1 1 0,0-1 0,0 0 0,0 1 0,0-1 0,0 0 0,0 1 0,-1-1 0,1 0 0,0 1 0,0-1 0,0 1 0,-1-1 0,1 0 0,0 1 0,-1-1 0,1 1 0,0-1 0,-1 0 0,1 1 0,-1-1 0,1 1 0,-1 0 0,1-1 0,-1 1 0,1-1 0,-2 0 0,0 0-20,0 0-1,0 0 1,0 1-1,0-1 1,0 0 0,0 1-1,0-1 1,0 1-1,0 0 1,0 0-1,0-1 1,0 2-1,-1-1 1,1 0 0,-3 1-1,-2-1-1017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2T22:33:53.3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1 24575,'-2'1'0,"-1"-1"0,1 1 0,-1 1 0,1-1 0,0 0 0,0 0 0,-1 1 0,1-1 0,0 1 0,0 0 0,1 0 0,-1 0 0,0 0 0,1 0 0,-1 0 0,1 0 0,-3 4 0,1-1 0,0 0 0,0 1 0,0-1 0,1 1 0,0-1 0,-3 12 0,5-16 0,0-1 0,0 1 0,0 0 0,0 0 0,0 0 0,0 0 0,0-1 0,0 1 0,1 0 0,-1 0 0,0 0 0,0-1 0,1 1 0,-1 0 0,0 0 0,1-1 0,-1 1 0,1 0 0,-1-1 0,1 1 0,-1 0 0,1-1 0,-1 1 0,1-1 0,0 1 0,-1-1 0,1 1 0,0-1 0,0 1 0,-1-1 0,1 0 0,0 1 0,0-1 0,0 0 0,-1 0 0,1 1 0,0-1 0,0 0 0,0 0 0,-1 0 0,1 0 0,0 0 0,0 0 0,0-1 0,0 1 0,-1 0 0,1 0 0,1-1 0,0 1 0,0-1 0,0 1 0,-1-1 0,1 1 0,-1-1 0,1 0 0,0 0 0,-1 0 0,1 0 0,-1 0 0,0 0 0,1 0 0,-1 0 0,0 0 0,0-1 0,0 1 0,0 0 0,0-1 0,0 1 0,0-1 0,0 1 0,0-1 0,-1 1 0,2-4 0,8-54-1365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2T22:34:05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0 587 24575,'13'-23'0,"1"1"0,1 0 0,1 1 0,1 1 0,1 1 0,0 0 0,1 1 0,1 1 0,32-20 0,4 1 0,1 3 0,96-40 0,-59 36 0,1 4 0,2 5 0,113-19 0,304-17 0,-273 47 0,244 17 0,-322 10 0,0 7 0,229 55 0,-366-65 0,1 1 0,-1 1 0,-1 1 0,0 1 0,24 14 0,-33-15 0,-1 1 0,0 1 0,0 0 0,-1 1 0,-1 0 0,0 1 0,21 31 0,20 30 0,-31-38-1365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2T22:34:17.7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1 261 24575,'1'-5'0,"1"-1"0,0 0 0,0 0 0,1 1 0,-1 0 0,1-1 0,1 1 0,-1 0 0,0 0 0,1 1 0,0-1 0,0 1 0,1 0 0,-1 0 0,8-5 0,7-8 0,-2 1 0,1 0 0,0 2 0,1 1 0,1 0 0,0 1 0,1 1 0,0 1 0,31-10 0,-10 10 0,0 1 0,1 2 0,59-1 0,135 8 0,-101 2 0,92 12 0,14 24 0,-175-28 0,-1 3 0,74 25 0,-9-4 0,-127-31 0,0-1 0,1 1 0,-1 0 0,0 0 0,0 0 0,-1 0 0,1 1 0,-1 0 0,0-1 0,0 1 0,4 7 0,29 51 0,-21-29-1365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25265-6BE2-EC82-DFA6-E1E8CFA54E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9F9ABB-FDE8-3225-4C84-8359601339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4853D-D631-ED06-28A8-05858C8F6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898AC-970A-4AD7-9ABB-C05C0AA4BC2B}" type="datetimeFigureOut">
              <a:rPr lang="en-GB" smtClean="0"/>
              <a:t>02/07/2025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FFC04-2036-994C-E85B-CEDC74E43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14B94-2B6E-24B2-B6C2-030B3AE13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ABB11-D4B6-4937-9AED-19102049F8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4028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B8DEC-B346-E191-AF4E-881C87716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0922F-5109-8A89-73AA-213E097E6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659EC-8316-5C06-E83F-6846FA83B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898AC-970A-4AD7-9ABB-C05C0AA4BC2B}" type="datetimeFigureOut">
              <a:rPr lang="en-GB" smtClean="0"/>
              <a:t>02/07/2025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A2D05-826A-215B-6920-C88D94AD8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B5146-32A0-094A-0A5D-71723451F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ABB11-D4B6-4937-9AED-19102049F8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1422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83E32-2893-4A53-1518-B6DADFC4E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C4D741-7A99-1094-517A-27FFC6179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4C5B1-07BD-CB65-4206-60F917B01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898AC-970A-4AD7-9ABB-C05C0AA4BC2B}" type="datetimeFigureOut">
              <a:rPr lang="en-GB" smtClean="0"/>
              <a:t>02/07/2025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8D2C2-091C-3918-CB1E-2D57181CE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D42F7-C8F2-E95D-7526-8A948D1CB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ABB11-D4B6-4937-9AED-19102049F8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6259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D2D35-E2FF-CA09-A9E2-C810DC284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41BF3-B03C-E8D6-5A93-B03B6C2D53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41EC9B-5DC8-C39A-2093-4F46BB6D55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7B28FE-50B4-1726-056E-CD7DBBDB7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898AC-970A-4AD7-9ABB-C05C0AA4BC2B}" type="datetimeFigureOut">
              <a:rPr lang="en-GB" smtClean="0"/>
              <a:t>02/07/2025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1D884A-8E8C-B737-F26A-55C02EF66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E727CE-4174-0A01-B1B5-E256F59DB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ABB11-D4B6-4937-9AED-19102049F8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6764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CF850-6F46-A899-BA30-030E7C1F1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E96A00-2A27-367D-A6EF-81C13347E7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403431-AEE6-B239-49BE-CEC4D52DDC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3CACE2-A04F-E2D0-9F5A-C8D3B6E495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8CB193-7A7E-7863-C471-464B21FE0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CB0090-0E0F-0549-EAA6-10C52D787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898AC-970A-4AD7-9ABB-C05C0AA4BC2B}" type="datetimeFigureOut">
              <a:rPr lang="en-GB" smtClean="0"/>
              <a:t>02/07/2025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0E7146-1E4D-EFEB-5B30-BCA097E31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CAB275-028D-5CC0-2334-A1B2A2C37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ABB11-D4B6-4937-9AED-19102049F8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1011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8D0AD-2F20-C4E2-1D39-14F8C5F0A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FB72E5-98F8-CE9A-DD58-BB7853B2D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898AC-970A-4AD7-9ABB-C05C0AA4BC2B}" type="datetimeFigureOut">
              <a:rPr lang="en-GB" smtClean="0"/>
              <a:t>02/07/2025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7EC902-53C8-18D9-00A9-5898C8A4F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D28B11-D403-D4E1-5BE1-748C345A1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ABB11-D4B6-4937-9AED-19102049F8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8755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E3F3AD-3472-C4D3-2C52-76591A412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898AC-970A-4AD7-9ABB-C05C0AA4BC2B}" type="datetimeFigureOut">
              <a:rPr lang="en-GB" smtClean="0"/>
              <a:t>02/07/2025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FBAB0B-E763-FD25-313B-B41BA56DA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11B120-CAAA-539A-A1BB-194DD98C8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ABB11-D4B6-4937-9AED-19102049F8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1647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E7123-864D-F414-2C5D-F9298ED41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86566-B2BF-39DF-5F31-6289946CA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370EC9-A35C-BDCF-C65D-CBBEA60DB5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EB63CC-480F-F07F-4455-2E007B202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898AC-970A-4AD7-9ABB-C05C0AA4BC2B}" type="datetimeFigureOut">
              <a:rPr lang="en-GB" smtClean="0"/>
              <a:t>02/07/2025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7F0F48-189E-DA00-53FF-8A31046A7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0A4282-B455-F872-1098-E2D0170B6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ABB11-D4B6-4937-9AED-19102049F8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8357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CE6C0-DA9F-1D9E-049E-979B5DA5F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E9A7F0-84DA-08B5-20FF-319DB38B7C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3F9A9C-DEDC-4B3A-1156-590BC8CE6E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537168-C632-F2BF-6A4E-605A15CD9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898AC-970A-4AD7-9ABB-C05C0AA4BC2B}" type="datetimeFigureOut">
              <a:rPr lang="en-GB" smtClean="0"/>
              <a:t>02/07/2025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7EAD5A-6FC1-5AA0-5437-DEC56E477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C3CD46-B51B-F8F3-C5AD-DBBD9E2FE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ABB11-D4B6-4937-9AED-19102049F8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1596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5B5CF-C77D-E795-E9E6-596D27D3F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BA9AE4-7766-FC32-8807-B0D8ABB52A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08A67-8D84-72D2-DACF-F4EE52DA9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898AC-970A-4AD7-9ABB-C05C0AA4BC2B}" type="datetimeFigureOut">
              <a:rPr lang="en-GB" smtClean="0"/>
              <a:t>02/07/2025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13F9B-4E9A-A57B-70D2-D92A9DC08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1EE68-8631-0B52-1676-1D5E40775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ABB11-D4B6-4937-9AED-19102049F8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694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C9B4BB-2FAE-2C05-A40A-A5C932A141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BA323-CDBB-F4D2-118A-A7ED1D606D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06E51-E49B-BC22-057D-CD7B41D94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898AC-970A-4AD7-9ABB-C05C0AA4BC2B}" type="datetimeFigureOut">
              <a:rPr lang="en-GB" smtClean="0"/>
              <a:t>02/07/2025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8C506-E2C4-9049-02F5-5F9AF8BD9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A1C17-EC08-161B-B4A3-B9ECC14ED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ABB11-D4B6-4937-9AED-19102049F8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1689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75390D-920D-2AEE-2839-76D1517D9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C0BD75-4BD7-9FBA-56EA-07DE9C324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AF74B-0CF6-0B86-C41A-57ABA8E272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A898AC-970A-4AD7-9ABB-C05C0AA4BC2B}" type="datetimeFigureOut">
              <a:rPr lang="en-GB" smtClean="0"/>
              <a:t>02/07/2025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7948F-2090-9227-40A5-DA40BC81D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E3EE2-B6A2-3733-DB24-CF63CDCC47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4ABB11-D4B6-4937-9AED-19102049F8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8797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gif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customXml" Target="../ink/ink4.xml"/><Relationship Id="rId18" Type="http://schemas.openxmlformats.org/officeDocument/2006/relationships/image" Target="../media/image18.png"/><Relationship Id="rId26" Type="http://schemas.openxmlformats.org/officeDocument/2006/relationships/image" Target="../media/image22.png"/><Relationship Id="rId3" Type="http://schemas.microsoft.com/office/2007/relationships/hdphoto" Target="../media/hdphoto1.wdp"/><Relationship Id="rId21" Type="http://schemas.openxmlformats.org/officeDocument/2006/relationships/customXml" Target="../ink/ink8.xml"/><Relationship Id="rId7" Type="http://schemas.openxmlformats.org/officeDocument/2006/relationships/customXml" Target="../ink/ink1.xml"/><Relationship Id="rId12" Type="http://schemas.openxmlformats.org/officeDocument/2006/relationships/image" Target="../media/image15.png"/><Relationship Id="rId17" Type="http://schemas.openxmlformats.org/officeDocument/2006/relationships/customXml" Target="../ink/ink6.xml"/><Relationship Id="rId25" Type="http://schemas.openxmlformats.org/officeDocument/2006/relationships/customXml" Target="../ink/ink10.xml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customXml" Target="../ink/ink3.xml"/><Relationship Id="rId24" Type="http://schemas.openxmlformats.org/officeDocument/2006/relationships/image" Target="../media/image21.png"/><Relationship Id="rId5" Type="http://schemas.microsoft.com/office/2007/relationships/hdphoto" Target="../media/hdphoto2.wdp"/><Relationship Id="rId15" Type="http://schemas.openxmlformats.org/officeDocument/2006/relationships/customXml" Target="../ink/ink5.xml"/><Relationship Id="rId23" Type="http://schemas.openxmlformats.org/officeDocument/2006/relationships/customXml" Target="../ink/ink9.xml"/><Relationship Id="rId28" Type="http://schemas.openxmlformats.org/officeDocument/2006/relationships/image" Target="../media/image23.png"/><Relationship Id="rId10" Type="http://schemas.openxmlformats.org/officeDocument/2006/relationships/image" Target="../media/image14.png"/><Relationship Id="rId19" Type="http://schemas.openxmlformats.org/officeDocument/2006/relationships/customXml" Target="../ink/ink7.xml"/><Relationship Id="rId4" Type="http://schemas.openxmlformats.org/officeDocument/2006/relationships/image" Target="../media/image11.png"/><Relationship Id="rId9" Type="http://schemas.openxmlformats.org/officeDocument/2006/relationships/customXml" Target="../ink/ink2.xml"/><Relationship Id="rId14" Type="http://schemas.openxmlformats.org/officeDocument/2006/relationships/image" Target="../media/image16.png"/><Relationship Id="rId22" Type="http://schemas.openxmlformats.org/officeDocument/2006/relationships/image" Target="../media/image20.png"/><Relationship Id="rId27" Type="http://schemas.openxmlformats.org/officeDocument/2006/relationships/customXml" Target="../ink/ink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microsoft.com/office/2007/relationships/hdphoto" Target="../media/hdphoto3.wdp"/><Relationship Id="rId7" Type="http://schemas.openxmlformats.org/officeDocument/2006/relationships/image" Target="../media/image31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microsoft.com/office/2007/relationships/hdphoto" Target="../media/hdphoto4.wdp"/><Relationship Id="rId4" Type="http://schemas.openxmlformats.org/officeDocument/2006/relationships/image" Target="../media/image29.png"/><Relationship Id="rId9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5.png"/><Relationship Id="rId7" Type="http://schemas.openxmlformats.org/officeDocument/2006/relationships/image" Target="../media/image32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0.png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69">
            <a:extLst>
              <a:ext uri="{FF2B5EF4-FFF2-40B4-BE49-F238E27FC236}">
                <a16:creationId xmlns:a16="http://schemas.microsoft.com/office/drawing/2014/main" id="{6A5B6CB1-B865-AC5F-D4BC-507C347D8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862" y="6287996"/>
            <a:ext cx="3917766" cy="2056132"/>
          </a:xfrm>
          <a:prstGeom prst="rect">
            <a:avLst/>
          </a:prstGeom>
        </p:spPr>
      </p:pic>
      <p:pic>
        <p:nvPicPr>
          <p:cNvPr id="12" name="Picture 11" descr="Cross-sectional diagram of electrical imaging measurements using a voltmeter on the surface of the earth.">
            <a:extLst>
              <a:ext uri="{FF2B5EF4-FFF2-40B4-BE49-F238E27FC236}">
                <a16:creationId xmlns:a16="http://schemas.microsoft.com/office/drawing/2014/main" id="{4C3AC23E-D868-3662-D63D-6C4FAE460FD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4246" y="3111635"/>
            <a:ext cx="4132580" cy="25755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" name="Group 89">
            <a:extLst>
              <a:ext uri="{FF2B5EF4-FFF2-40B4-BE49-F238E27FC236}">
                <a16:creationId xmlns:a16="http://schemas.microsoft.com/office/drawing/2014/main" id="{6B6FB3FA-71DD-7A0A-2777-2603B8ED5582}"/>
              </a:ext>
            </a:extLst>
          </p:cNvPr>
          <p:cNvGrpSpPr/>
          <p:nvPr/>
        </p:nvGrpSpPr>
        <p:grpSpPr>
          <a:xfrm>
            <a:off x="800906" y="711213"/>
            <a:ext cx="4451347" cy="4190428"/>
            <a:chOff x="844552" y="691443"/>
            <a:chExt cx="4451347" cy="4190428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C9593CA-A311-41EB-CF7F-517263AF6134}"/>
                </a:ext>
              </a:extLst>
            </p:cNvPr>
            <p:cNvSpPr/>
            <p:nvPr/>
          </p:nvSpPr>
          <p:spPr>
            <a:xfrm>
              <a:off x="844552" y="2292120"/>
              <a:ext cx="4451347" cy="2495780"/>
            </a:xfrm>
            <a:prstGeom prst="rect">
              <a:avLst/>
            </a:prstGeom>
            <a:solidFill>
              <a:srgbClr val="926A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79A77CE-DAF3-9C84-40D4-9BC02A97FA56}"/>
                </a:ext>
              </a:extLst>
            </p:cNvPr>
            <p:cNvSpPr/>
            <p:nvPr/>
          </p:nvSpPr>
          <p:spPr>
            <a:xfrm>
              <a:off x="844552" y="691443"/>
              <a:ext cx="4451347" cy="1755195"/>
            </a:xfrm>
            <a:prstGeom prst="rect">
              <a:avLst/>
            </a:prstGeom>
            <a:solidFill>
              <a:srgbClr val="E8FAF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8913797-F450-FFBE-A366-360933393D9D}"/>
                </a:ext>
              </a:extLst>
            </p:cNvPr>
            <p:cNvCxnSpPr>
              <a:cxnSpLocks/>
            </p:cNvCxnSpPr>
            <p:nvPr/>
          </p:nvCxnSpPr>
          <p:spPr>
            <a:xfrm>
              <a:off x="844552" y="2446638"/>
              <a:ext cx="4451347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77F24B1-DAE2-BF6B-231C-743149D301A2}"/>
                </a:ext>
              </a:extLst>
            </p:cNvPr>
            <p:cNvCxnSpPr/>
            <p:nvPr/>
          </p:nvCxnSpPr>
          <p:spPr>
            <a:xfrm flipV="1">
              <a:off x="1575487" y="1692876"/>
              <a:ext cx="0" cy="75376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08EC4D2-AC47-F77A-5BAA-47FB9FE0DB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50706" y="1692876"/>
              <a:ext cx="1613" cy="75376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B5FCE0E-19B2-25B8-C569-E87ED66F6F9B}"/>
                </a:ext>
              </a:extLst>
            </p:cNvPr>
            <p:cNvCxnSpPr>
              <a:cxnSpLocks/>
            </p:cNvCxnSpPr>
            <p:nvPr/>
          </p:nvCxnSpPr>
          <p:spPr>
            <a:xfrm>
              <a:off x="3064477" y="1692876"/>
              <a:ext cx="1585422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85F2856-8447-42AD-1301-09E04F1BEA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64477" y="1618735"/>
              <a:ext cx="0" cy="148281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68D1A23-C051-35DA-02A1-98C70AC264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05781" y="1521619"/>
              <a:ext cx="0" cy="34648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BEFB371-B8D9-111E-15C6-B39848C9A369}"/>
                </a:ext>
              </a:extLst>
            </p:cNvPr>
            <p:cNvCxnSpPr>
              <a:cxnSpLocks/>
              <a:endCxn id="32" idx="2"/>
            </p:cNvCxnSpPr>
            <p:nvPr/>
          </p:nvCxnSpPr>
          <p:spPr>
            <a:xfrm>
              <a:off x="1575487" y="1692875"/>
              <a:ext cx="634313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1E3C90A-878D-C2FB-9017-C0DBDF09D31C}"/>
                </a:ext>
              </a:extLst>
            </p:cNvPr>
            <p:cNvSpPr/>
            <p:nvPr/>
          </p:nvSpPr>
          <p:spPr>
            <a:xfrm>
              <a:off x="2209800" y="1561906"/>
              <a:ext cx="261937" cy="26193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  <a:latin typeface="Avenir Next LT Pro" panose="020B0504020202020204" pitchFamily="34" charset="0"/>
                </a:rPr>
                <a:t>A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3A98ACB-BD6C-1A76-A214-405FB6DA992A}"/>
                </a:ext>
              </a:extLst>
            </p:cNvPr>
            <p:cNvCxnSpPr>
              <a:cxnSpLocks/>
            </p:cNvCxnSpPr>
            <p:nvPr/>
          </p:nvCxnSpPr>
          <p:spPr>
            <a:xfrm>
              <a:off x="2471737" y="1692874"/>
              <a:ext cx="534044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8927DB5-4D70-B6AB-E469-DE1D077E56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4037" y="2143897"/>
              <a:ext cx="0" cy="302741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8AD1CBA6-D0CD-F9EE-B9C5-C80E4372E261}"/>
                </a:ext>
              </a:extLst>
            </p:cNvPr>
            <p:cNvSpPr/>
            <p:nvPr/>
          </p:nvSpPr>
          <p:spPr>
            <a:xfrm>
              <a:off x="2958475" y="2012928"/>
              <a:ext cx="261937" cy="26193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  <a:latin typeface="Avenir Next LT Pro" panose="020B0504020202020204" pitchFamily="34" charset="0"/>
                </a:rPr>
                <a:t>V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6445A67-C243-9874-34EC-1E4240EBDE57}"/>
                </a:ext>
              </a:extLst>
            </p:cNvPr>
            <p:cNvCxnSpPr>
              <a:cxnSpLocks/>
              <a:endCxn id="38" idx="2"/>
            </p:cNvCxnSpPr>
            <p:nvPr/>
          </p:nvCxnSpPr>
          <p:spPr>
            <a:xfrm>
              <a:off x="2674037" y="2143897"/>
              <a:ext cx="284438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D2647F0-CD2A-521B-5C58-AA5A02FF48CB}"/>
                </a:ext>
              </a:extLst>
            </p:cNvPr>
            <p:cNvCxnSpPr>
              <a:cxnSpLocks/>
            </p:cNvCxnSpPr>
            <p:nvPr/>
          </p:nvCxnSpPr>
          <p:spPr>
            <a:xfrm>
              <a:off x="3220412" y="2143897"/>
              <a:ext cx="284438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85CB957E-CEEC-33F3-BFE2-596E9CC7C7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04850" y="2143897"/>
              <a:ext cx="0" cy="302741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E08EF01-60AC-CE65-5F76-D2905D48A44B}"/>
                </a:ext>
              </a:extLst>
            </p:cNvPr>
            <p:cNvSpPr txBox="1"/>
            <p:nvPr/>
          </p:nvSpPr>
          <p:spPr>
            <a:xfrm>
              <a:off x="1329502" y="2201046"/>
              <a:ext cx="367614" cy="30777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400" dirty="0">
                  <a:latin typeface="Avenir Next LT Pro" panose="020B0504020202020204" pitchFamily="34" charset="0"/>
                </a:rPr>
                <a:t>A</a:t>
              </a:r>
              <a:endParaRPr lang="en-GB" dirty="0">
                <a:latin typeface="Avenir Next LT Pro" panose="020B0504020202020204" pitchFamily="34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B4C9779-3789-3F23-EBE2-8DCA4194C8E9}"/>
                </a:ext>
              </a:extLst>
            </p:cNvPr>
            <p:cNvSpPr txBox="1"/>
            <p:nvPr/>
          </p:nvSpPr>
          <p:spPr>
            <a:xfrm>
              <a:off x="2392243" y="2201046"/>
              <a:ext cx="367614" cy="30777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400" dirty="0">
                  <a:latin typeface="Avenir Next LT Pro" panose="020B0504020202020204" pitchFamily="34" charset="0"/>
                </a:rPr>
                <a:t>M</a:t>
              </a:r>
              <a:endParaRPr lang="en-GB" dirty="0">
                <a:latin typeface="Avenir Next LT Pro" panose="020B0504020202020204" pitchFamily="34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70B9DB7-1216-742C-2BD3-D998258C023C}"/>
                </a:ext>
              </a:extLst>
            </p:cNvPr>
            <p:cNvSpPr txBox="1"/>
            <p:nvPr/>
          </p:nvSpPr>
          <p:spPr>
            <a:xfrm>
              <a:off x="3452279" y="2201046"/>
              <a:ext cx="367614" cy="30777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400" dirty="0">
                  <a:latin typeface="Avenir Next LT Pro" panose="020B0504020202020204" pitchFamily="34" charset="0"/>
                </a:rPr>
                <a:t>N</a:t>
              </a:r>
              <a:endParaRPr lang="en-GB" dirty="0">
                <a:latin typeface="Avenir Next LT Pro" panose="020B0504020202020204" pitchFamily="34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C04A031-3B57-F3DC-D589-C93A30D4D314}"/>
                </a:ext>
              </a:extLst>
            </p:cNvPr>
            <p:cNvSpPr txBox="1"/>
            <p:nvPr/>
          </p:nvSpPr>
          <p:spPr>
            <a:xfrm>
              <a:off x="4598935" y="2201045"/>
              <a:ext cx="3676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>
                  <a:latin typeface="Avenir Next LT Pro" panose="020B0504020202020204" pitchFamily="34" charset="0"/>
                </a:rPr>
                <a:t>B</a:t>
              </a:r>
              <a:endParaRPr lang="en-GB" dirty="0">
                <a:latin typeface="Avenir Next LT Pro" panose="020B0504020202020204" pitchFamily="34" charset="0"/>
              </a:endParaRP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FA0CA2F6-C58F-EA92-00DA-2E1EF888BE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74586" y="2446638"/>
              <a:ext cx="0" cy="285176"/>
            </a:xfrm>
            <a:prstGeom prst="line">
              <a:avLst/>
            </a:prstGeom>
            <a:ln w="38100">
              <a:solidFill>
                <a:srgbClr val="33CC33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D31B5890-D0EF-13A9-C810-F0C342E157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49899" y="2446638"/>
              <a:ext cx="0" cy="285176"/>
            </a:xfrm>
            <a:prstGeom prst="line">
              <a:avLst/>
            </a:prstGeom>
            <a:ln w="38100">
              <a:solidFill>
                <a:srgbClr val="33CC33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D7F824E-860B-1C12-3893-1E35F5A5FE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4037" y="2446638"/>
              <a:ext cx="0" cy="18226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58F9CC4-EAF0-322D-2C78-4B4406A93F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04850" y="2446638"/>
              <a:ext cx="0" cy="18226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D536D696-D4CE-6B71-C993-E06C3FCE7B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9167" r="90000">
                          <a14:foregroundMark x1="44167" y1="39722" x2="47222" y2="40278"/>
                          <a14:foregroundMark x1="9167" y1="36389" x2="9722" y2="41944"/>
                          <a14:foregroundMark x1="89444" y1="66111" x2="88889" y2="7055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87438">
              <a:off x="3138065" y="3047444"/>
              <a:ext cx="1834427" cy="1834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EF9AD87A-10E4-ADB3-D9F1-3B3C9880E7C2}"/>
              </a:ext>
            </a:extLst>
          </p:cNvPr>
          <p:cNvGrpSpPr/>
          <p:nvPr/>
        </p:nvGrpSpPr>
        <p:grpSpPr>
          <a:xfrm>
            <a:off x="5778227" y="937154"/>
            <a:ext cx="4738388" cy="3430164"/>
            <a:chOff x="5879026" y="1559727"/>
            <a:chExt cx="4738388" cy="3430164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0A6B234-3983-51FE-17A8-F5D7B166AE5D}"/>
                </a:ext>
              </a:extLst>
            </p:cNvPr>
            <p:cNvGrpSpPr/>
            <p:nvPr/>
          </p:nvGrpSpPr>
          <p:grpSpPr>
            <a:xfrm rot="10800000" flipH="1">
              <a:off x="6444049" y="1868109"/>
              <a:ext cx="1793342" cy="3121782"/>
              <a:chOff x="3955774" y="1383957"/>
              <a:chExt cx="1901329" cy="3121782"/>
            </a:xfrm>
          </p:grpSpPr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E3444568-6A2C-C174-EC1E-5F89C6C7764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55774" y="1383957"/>
                <a:ext cx="0" cy="312178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033EB428-2561-DB67-9F4F-E68B178BAD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55774" y="4505739"/>
                <a:ext cx="1901329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567431C-14F6-FA3D-744C-1C8A31B0BE44}"/>
                </a:ext>
              </a:extLst>
            </p:cNvPr>
            <p:cNvSpPr/>
            <p:nvPr/>
          </p:nvSpPr>
          <p:spPr>
            <a:xfrm>
              <a:off x="6506005" y="1866900"/>
              <a:ext cx="1612918" cy="2844800"/>
            </a:xfrm>
            <a:custGeom>
              <a:avLst/>
              <a:gdLst>
                <a:gd name="connsiteX0" fmla="*/ 0 w 1612918"/>
                <a:gd name="connsiteY0" fmla="*/ 0 h 2844800"/>
                <a:gd name="connsiteX1" fmla="*/ 641350 w 1612918"/>
                <a:gd name="connsiteY1" fmla="*/ 311150 h 2844800"/>
                <a:gd name="connsiteX2" fmla="*/ 1371600 w 1612918"/>
                <a:gd name="connsiteY2" fmla="*/ 577850 h 2844800"/>
                <a:gd name="connsiteX3" fmla="*/ 1612900 w 1612918"/>
                <a:gd name="connsiteY3" fmla="*/ 825500 h 2844800"/>
                <a:gd name="connsiteX4" fmla="*/ 1377950 w 1612918"/>
                <a:gd name="connsiteY4" fmla="*/ 1193800 h 2844800"/>
                <a:gd name="connsiteX5" fmla="*/ 463550 w 1612918"/>
                <a:gd name="connsiteY5" fmla="*/ 1955800 h 2844800"/>
                <a:gd name="connsiteX6" fmla="*/ 31750 w 1612918"/>
                <a:gd name="connsiteY6" fmla="*/ 2844800 h 284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12918" h="2844800">
                  <a:moveTo>
                    <a:pt x="0" y="0"/>
                  </a:moveTo>
                  <a:cubicBezTo>
                    <a:pt x="206375" y="107421"/>
                    <a:pt x="412750" y="214842"/>
                    <a:pt x="641350" y="311150"/>
                  </a:cubicBezTo>
                  <a:cubicBezTo>
                    <a:pt x="869950" y="407458"/>
                    <a:pt x="1209675" y="492125"/>
                    <a:pt x="1371600" y="577850"/>
                  </a:cubicBezTo>
                  <a:cubicBezTo>
                    <a:pt x="1533525" y="663575"/>
                    <a:pt x="1611842" y="722842"/>
                    <a:pt x="1612900" y="825500"/>
                  </a:cubicBezTo>
                  <a:cubicBezTo>
                    <a:pt x="1613958" y="928158"/>
                    <a:pt x="1569508" y="1005417"/>
                    <a:pt x="1377950" y="1193800"/>
                  </a:cubicBezTo>
                  <a:cubicBezTo>
                    <a:pt x="1186392" y="1382183"/>
                    <a:pt x="687917" y="1680633"/>
                    <a:pt x="463550" y="1955800"/>
                  </a:cubicBezTo>
                  <a:cubicBezTo>
                    <a:pt x="239183" y="2230967"/>
                    <a:pt x="135466" y="2537883"/>
                    <a:pt x="31750" y="2844800"/>
                  </a:cubicBezTo>
                </a:path>
              </a:pathLst>
            </a:cu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3072E3C3-B3DE-4340-5C34-ED13C3B23036}"/>
                </a:ext>
              </a:extLst>
            </p:cNvPr>
            <p:cNvSpPr txBox="1"/>
            <p:nvPr/>
          </p:nvSpPr>
          <p:spPr>
            <a:xfrm>
              <a:off x="5879026" y="3059668"/>
              <a:ext cx="551886" cy="36933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latin typeface="Avenir Next LT Pro" panose="020B0504020202020204" pitchFamily="34" charset="0"/>
                </a:rPr>
                <a:t>Z/L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F67C8FA-D9F7-E677-6980-4E5CBA07A629}"/>
                </a:ext>
              </a:extLst>
            </p:cNvPr>
            <p:cNvSpPr txBox="1"/>
            <p:nvPr/>
          </p:nvSpPr>
          <p:spPr>
            <a:xfrm>
              <a:off x="6816253" y="1559727"/>
              <a:ext cx="1048934" cy="30777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latin typeface="Avenir Next LT Pro" panose="020B0504020202020204" pitchFamily="34" charset="0"/>
                </a:rPr>
                <a:t>Response</a:t>
              </a:r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B09A6964-D3E7-24EF-4D14-02FEA29C43C6}"/>
                </a:ext>
              </a:extLst>
            </p:cNvPr>
            <p:cNvCxnSpPr>
              <a:cxnSpLocks/>
              <a:stCxn id="78" idx="3"/>
            </p:cNvCxnSpPr>
            <p:nvPr/>
          </p:nvCxnSpPr>
          <p:spPr>
            <a:xfrm flipH="1" flipV="1">
              <a:off x="6444048" y="2673350"/>
              <a:ext cx="1674857" cy="0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442BD35C-7322-9A17-39B2-03C209B2C49E}"/>
                </a:ext>
              </a:extLst>
            </p:cNvPr>
            <p:cNvSpPr txBox="1"/>
            <p:nvPr/>
          </p:nvSpPr>
          <p:spPr>
            <a:xfrm>
              <a:off x="8089032" y="2488684"/>
              <a:ext cx="2528382" cy="36933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latin typeface="Avenir Next LT Pro" panose="020B0504020202020204" pitchFamily="34" charset="0"/>
                </a:rPr>
                <a:t>Z* </a:t>
              </a:r>
              <a:r>
                <a:rPr lang="en-GB" sz="1050" dirty="0">
                  <a:latin typeface="Avenir Next LT Pro" panose="020B0504020202020204" pitchFamily="34" charset="0"/>
                </a:rPr>
                <a:t>(Depth of maximum response)</a:t>
              </a:r>
              <a:endParaRPr lang="en-GB" dirty="0">
                <a:latin typeface="Avenir Next LT Pro" panose="020B0504020202020204" pitchFamily="34" charset="0"/>
              </a:endParaRPr>
            </a:p>
          </p:txBody>
        </p: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FD86788E-0A8E-B71B-7F38-6176284105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44047" y="2935304"/>
              <a:ext cx="1563303" cy="0"/>
            </a:xfrm>
            <a:prstGeom prst="line">
              <a:avLst/>
            </a:prstGeom>
            <a:ln w="12700">
              <a:solidFill>
                <a:srgbClr val="0000FF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F635142F-A103-1B1C-A27A-35AE6E9FF6DF}"/>
                </a:ext>
              </a:extLst>
            </p:cNvPr>
            <p:cNvSpPr txBox="1"/>
            <p:nvPr/>
          </p:nvSpPr>
          <p:spPr>
            <a:xfrm>
              <a:off x="8075896" y="2795857"/>
              <a:ext cx="2528382" cy="36933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latin typeface="Avenir Next LT Pro" panose="020B0504020202020204" pitchFamily="34" charset="0"/>
                </a:rPr>
                <a:t>Z</a:t>
              </a:r>
              <a:r>
                <a:rPr lang="en-GB" b="1" baseline="-25000" dirty="0">
                  <a:latin typeface="Avenir Next LT Pro" panose="020B0504020202020204" pitchFamily="34" charset="0"/>
                </a:rPr>
                <a:t>E  </a:t>
              </a:r>
              <a:r>
                <a:rPr kumimoji="0" lang="en-GB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LT Pro" panose="020B0504020202020204" pitchFamily="34" charset="0"/>
                  <a:ea typeface="+mn-ea"/>
                  <a:cs typeface="+mn-cs"/>
                </a:rPr>
                <a:t>(Effective Depth)</a:t>
              </a:r>
              <a:endParaRPr lang="en-GB" b="1" dirty="0">
                <a:latin typeface="Avenir Next LT Pro" panose="020B05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8271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69">
            <a:extLst>
              <a:ext uri="{FF2B5EF4-FFF2-40B4-BE49-F238E27FC236}">
                <a16:creationId xmlns:a16="http://schemas.microsoft.com/office/drawing/2014/main" id="{6A5B6CB1-B865-AC5F-D4BC-507C347D8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862" y="6287996"/>
            <a:ext cx="3917766" cy="2056132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5C9593CA-A311-41EB-CF7F-517263AF6134}"/>
              </a:ext>
            </a:extLst>
          </p:cNvPr>
          <p:cNvSpPr/>
          <p:nvPr/>
        </p:nvSpPr>
        <p:spPr>
          <a:xfrm>
            <a:off x="954676" y="2277141"/>
            <a:ext cx="4451347" cy="1313784"/>
          </a:xfrm>
          <a:prstGeom prst="rect">
            <a:avLst/>
          </a:prstGeom>
          <a:solidFill>
            <a:srgbClr val="926A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79A77CE-DAF3-9C84-40D4-9BC02A97FA56}"/>
              </a:ext>
            </a:extLst>
          </p:cNvPr>
          <p:cNvSpPr/>
          <p:nvPr/>
        </p:nvSpPr>
        <p:spPr>
          <a:xfrm>
            <a:off x="954676" y="676464"/>
            <a:ext cx="4451347" cy="1755195"/>
          </a:xfrm>
          <a:prstGeom prst="rect">
            <a:avLst/>
          </a:prstGeom>
          <a:solidFill>
            <a:srgbClr val="E8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8913797-F450-FFBE-A366-360933393D9D}"/>
              </a:ext>
            </a:extLst>
          </p:cNvPr>
          <p:cNvCxnSpPr>
            <a:cxnSpLocks/>
          </p:cNvCxnSpPr>
          <p:nvPr/>
        </p:nvCxnSpPr>
        <p:spPr>
          <a:xfrm>
            <a:off x="954676" y="2431659"/>
            <a:ext cx="4451347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7F24B1-DAE2-BF6B-231C-743149D301A2}"/>
              </a:ext>
            </a:extLst>
          </p:cNvPr>
          <p:cNvCxnSpPr/>
          <p:nvPr/>
        </p:nvCxnSpPr>
        <p:spPr>
          <a:xfrm flipV="1">
            <a:off x="1685611" y="1677897"/>
            <a:ext cx="0" cy="7537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08EC4D2-AC47-F77A-5BAA-47FB9FE0DB98}"/>
              </a:ext>
            </a:extLst>
          </p:cNvPr>
          <p:cNvCxnSpPr>
            <a:cxnSpLocks/>
          </p:cNvCxnSpPr>
          <p:nvPr/>
        </p:nvCxnSpPr>
        <p:spPr>
          <a:xfrm flipH="1" flipV="1">
            <a:off x="4760830" y="1677897"/>
            <a:ext cx="1613" cy="7537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B5FCE0E-19B2-25B8-C569-E87ED66F6F9B}"/>
              </a:ext>
            </a:extLst>
          </p:cNvPr>
          <p:cNvCxnSpPr>
            <a:cxnSpLocks/>
          </p:cNvCxnSpPr>
          <p:nvPr/>
        </p:nvCxnSpPr>
        <p:spPr>
          <a:xfrm>
            <a:off x="3174601" y="1677897"/>
            <a:ext cx="1585422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85F2856-8447-42AD-1301-09E04F1BEA23}"/>
              </a:ext>
            </a:extLst>
          </p:cNvPr>
          <p:cNvCxnSpPr>
            <a:cxnSpLocks/>
          </p:cNvCxnSpPr>
          <p:nvPr/>
        </p:nvCxnSpPr>
        <p:spPr>
          <a:xfrm flipV="1">
            <a:off x="3174601" y="1603756"/>
            <a:ext cx="0" cy="14828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68D1A23-C051-35DA-02A1-98C70AC2643B}"/>
              </a:ext>
            </a:extLst>
          </p:cNvPr>
          <p:cNvCxnSpPr>
            <a:cxnSpLocks/>
          </p:cNvCxnSpPr>
          <p:nvPr/>
        </p:nvCxnSpPr>
        <p:spPr>
          <a:xfrm flipV="1">
            <a:off x="3115905" y="1506640"/>
            <a:ext cx="0" cy="34648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BEFB371-B8D9-111E-15C6-B39848C9A369}"/>
              </a:ext>
            </a:extLst>
          </p:cNvPr>
          <p:cNvCxnSpPr>
            <a:cxnSpLocks/>
            <a:endCxn id="32" idx="2"/>
          </p:cNvCxnSpPr>
          <p:nvPr/>
        </p:nvCxnSpPr>
        <p:spPr>
          <a:xfrm>
            <a:off x="1685611" y="1677896"/>
            <a:ext cx="634313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41E3C90A-878D-C2FB-9017-C0DBDF09D31C}"/>
              </a:ext>
            </a:extLst>
          </p:cNvPr>
          <p:cNvSpPr/>
          <p:nvPr/>
        </p:nvSpPr>
        <p:spPr>
          <a:xfrm>
            <a:off x="2319924" y="1546927"/>
            <a:ext cx="261937" cy="261937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  <a:latin typeface="Avenir Next LT Pro" panose="020B0504020202020204" pitchFamily="34" charset="0"/>
              </a:rPr>
              <a:t>A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3A98ACB-BD6C-1A76-A214-405FB6DA992A}"/>
              </a:ext>
            </a:extLst>
          </p:cNvPr>
          <p:cNvCxnSpPr>
            <a:cxnSpLocks/>
          </p:cNvCxnSpPr>
          <p:nvPr/>
        </p:nvCxnSpPr>
        <p:spPr>
          <a:xfrm>
            <a:off x="2581861" y="1677895"/>
            <a:ext cx="53404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8927DB5-4D70-B6AB-E469-DE1D077E5604}"/>
              </a:ext>
            </a:extLst>
          </p:cNvPr>
          <p:cNvCxnSpPr>
            <a:cxnSpLocks/>
          </p:cNvCxnSpPr>
          <p:nvPr/>
        </p:nvCxnSpPr>
        <p:spPr>
          <a:xfrm flipV="1">
            <a:off x="2912376" y="2128918"/>
            <a:ext cx="0" cy="30274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8AD1CBA6-D0CD-F9EE-B9C5-C80E4372E261}"/>
              </a:ext>
            </a:extLst>
          </p:cNvPr>
          <p:cNvSpPr/>
          <p:nvPr/>
        </p:nvSpPr>
        <p:spPr>
          <a:xfrm>
            <a:off x="3068599" y="1997949"/>
            <a:ext cx="261937" cy="261937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  <a:latin typeface="Avenir Next LT Pro" panose="020B0504020202020204" pitchFamily="34" charset="0"/>
              </a:rPr>
              <a:t>V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6445A67-C243-9874-34EC-1E4240EBDE57}"/>
              </a:ext>
            </a:extLst>
          </p:cNvPr>
          <p:cNvCxnSpPr>
            <a:cxnSpLocks/>
            <a:endCxn id="38" idx="2"/>
          </p:cNvCxnSpPr>
          <p:nvPr/>
        </p:nvCxnSpPr>
        <p:spPr>
          <a:xfrm>
            <a:off x="2912376" y="2128918"/>
            <a:ext cx="156223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D2647F0-CD2A-521B-5C58-AA5A02FF48CB}"/>
              </a:ext>
            </a:extLst>
          </p:cNvPr>
          <p:cNvCxnSpPr>
            <a:cxnSpLocks/>
          </p:cNvCxnSpPr>
          <p:nvPr/>
        </p:nvCxnSpPr>
        <p:spPr>
          <a:xfrm>
            <a:off x="3330536" y="2128918"/>
            <a:ext cx="174199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5CB957E-CEEC-33F3-BFE2-596E9CC7C732}"/>
              </a:ext>
            </a:extLst>
          </p:cNvPr>
          <p:cNvCxnSpPr>
            <a:cxnSpLocks/>
          </p:cNvCxnSpPr>
          <p:nvPr/>
        </p:nvCxnSpPr>
        <p:spPr>
          <a:xfrm flipV="1">
            <a:off x="3504735" y="2128918"/>
            <a:ext cx="0" cy="30274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BE08EF01-60AC-CE65-5F76-D2905D48A44B}"/>
              </a:ext>
            </a:extLst>
          </p:cNvPr>
          <p:cNvSpPr txBox="1"/>
          <p:nvPr/>
        </p:nvSpPr>
        <p:spPr>
          <a:xfrm>
            <a:off x="1439626" y="2186067"/>
            <a:ext cx="367614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venir Next LT Pro" panose="020B0504020202020204" pitchFamily="34" charset="0"/>
              </a:rPr>
              <a:t>A</a:t>
            </a:r>
            <a:endParaRPr lang="en-GB" dirty="0">
              <a:latin typeface="Avenir Next LT Pro" panose="020B05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B4C9779-3789-3F23-EBE2-8DCA4194C8E9}"/>
              </a:ext>
            </a:extLst>
          </p:cNvPr>
          <p:cNvSpPr txBox="1"/>
          <p:nvPr/>
        </p:nvSpPr>
        <p:spPr>
          <a:xfrm>
            <a:off x="2630582" y="2186067"/>
            <a:ext cx="367614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venir Next LT Pro" panose="020B0504020202020204" pitchFamily="34" charset="0"/>
              </a:rPr>
              <a:t>M</a:t>
            </a:r>
            <a:endParaRPr lang="en-GB" dirty="0">
              <a:latin typeface="Avenir Next LT Pro" panose="020B05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70B9DB7-1216-742C-2BD3-D998258C023C}"/>
              </a:ext>
            </a:extLst>
          </p:cNvPr>
          <p:cNvSpPr txBox="1"/>
          <p:nvPr/>
        </p:nvSpPr>
        <p:spPr>
          <a:xfrm>
            <a:off x="3452164" y="2186067"/>
            <a:ext cx="367614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venir Next LT Pro" panose="020B0504020202020204" pitchFamily="34" charset="0"/>
              </a:rPr>
              <a:t>N</a:t>
            </a:r>
            <a:endParaRPr lang="en-GB" dirty="0">
              <a:latin typeface="Avenir Next LT Pro" panose="020B05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C04A031-3B57-F3DC-D589-C93A30D4D314}"/>
              </a:ext>
            </a:extLst>
          </p:cNvPr>
          <p:cNvSpPr txBox="1"/>
          <p:nvPr/>
        </p:nvSpPr>
        <p:spPr>
          <a:xfrm>
            <a:off x="4709059" y="2186066"/>
            <a:ext cx="3676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venir Next LT Pro" panose="020B0504020202020204" pitchFamily="34" charset="0"/>
              </a:rPr>
              <a:t>B</a:t>
            </a:r>
            <a:endParaRPr lang="en-GB" dirty="0">
              <a:latin typeface="Avenir Next LT Pro" panose="020B0504020202020204" pitchFamily="34" charset="0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A0CA2F6-C58F-EA92-00DA-2E1EF888BEB2}"/>
              </a:ext>
            </a:extLst>
          </p:cNvPr>
          <p:cNvCxnSpPr>
            <a:cxnSpLocks/>
          </p:cNvCxnSpPr>
          <p:nvPr/>
        </p:nvCxnSpPr>
        <p:spPr>
          <a:xfrm flipV="1">
            <a:off x="1684710" y="2431659"/>
            <a:ext cx="0" cy="285176"/>
          </a:xfrm>
          <a:prstGeom prst="line">
            <a:avLst/>
          </a:prstGeom>
          <a:ln w="38100">
            <a:solidFill>
              <a:srgbClr val="33CC33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31B5890-D0EF-13A9-C810-F0C342E15774}"/>
              </a:ext>
            </a:extLst>
          </p:cNvPr>
          <p:cNvCxnSpPr>
            <a:cxnSpLocks/>
          </p:cNvCxnSpPr>
          <p:nvPr/>
        </p:nvCxnSpPr>
        <p:spPr>
          <a:xfrm flipV="1">
            <a:off x="4760023" y="2431659"/>
            <a:ext cx="0" cy="285176"/>
          </a:xfrm>
          <a:prstGeom prst="line">
            <a:avLst/>
          </a:prstGeom>
          <a:ln w="38100">
            <a:solidFill>
              <a:srgbClr val="33CC33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D7F824E-860B-1C12-3893-1E35F5A5FEE9}"/>
              </a:ext>
            </a:extLst>
          </p:cNvPr>
          <p:cNvCxnSpPr>
            <a:cxnSpLocks/>
          </p:cNvCxnSpPr>
          <p:nvPr/>
        </p:nvCxnSpPr>
        <p:spPr>
          <a:xfrm flipV="1">
            <a:off x="2912376" y="2431659"/>
            <a:ext cx="0" cy="1822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58F9CC4-EAF0-322D-2C78-4B4406A93FF5}"/>
              </a:ext>
            </a:extLst>
          </p:cNvPr>
          <p:cNvCxnSpPr>
            <a:cxnSpLocks/>
          </p:cNvCxnSpPr>
          <p:nvPr/>
        </p:nvCxnSpPr>
        <p:spPr>
          <a:xfrm flipV="1">
            <a:off x="3504735" y="2431659"/>
            <a:ext cx="0" cy="1822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D61DF89-9B23-FB66-5F5C-1D0CF6246183}"/>
              </a:ext>
            </a:extLst>
          </p:cNvPr>
          <p:cNvCxnSpPr>
            <a:cxnSpLocks/>
          </p:cNvCxnSpPr>
          <p:nvPr/>
        </p:nvCxnSpPr>
        <p:spPr>
          <a:xfrm>
            <a:off x="1684710" y="3053247"/>
            <a:ext cx="1514857" cy="0"/>
          </a:xfrm>
          <a:prstGeom prst="straightConnector1">
            <a:avLst/>
          </a:prstGeom>
          <a:ln w="1270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3934FA19-58B8-D964-B745-1814A14C7F84}"/>
              </a:ext>
            </a:extLst>
          </p:cNvPr>
          <p:cNvSpPr txBox="1"/>
          <p:nvPr/>
        </p:nvSpPr>
        <p:spPr>
          <a:xfrm>
            <a:off x="2315747" y="2723063"/>
            <a:ext cx="261935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Avenir Next LT Pro" panose="020B0504020202020204" pitchFamily="34" charset="0"/>
              </a:rPr>
              <a:t>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76D5C3-B458-E3F5-7F0A-34E63DB192CF}"/>
              </a:ext>
            </a:extLst>
          </p:cNvPr>
          <p:cNvSpPr txBox="1"/>
          <p:nvPr/>
        </p:nvSpPr>
        <p:spPr>
          <a:xfrm>
            <a:off x="3930017" y="2719787"/>
            <a:ext cx="261935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Avenir Next LT Pro" panose="020B0504020202020204" pitchFamily="34" charset="0"/>
              </a:rPr>
              <a:t>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60AD846-6CB8-49D2-1FEA-B406E75E3B16}"/>
              </a:ext>
            </a:extLst>
          </p:cNvPr>
          <p:cNvCxnSpPr>
            <a:cxnSpLocks/>
          </p:cNvCxnSpPr>
          <p:nvPr/>
        </p:nvCxnSpPr>
        <p:spPr>
          <a:xfrm>
            <a:off x="3199567" y="3053247"/>
            <a:ext cx="1560456" cy="0"/>
          </a:xfrm>
          <a:prstGeom prst="straightConnector1">
            <a:avLst/>
          </a:prstGeom>
          <a:ln w="1270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620BFB5-8EBE-BE92-B40A-CA9712644BB4}"/>
              </a:ext>
            </a:extLst>
          </p:cNvPr>
          <p:cNvCxnSpPr>
            <a:cxnSpLocks/>
          </p:cNvCxnSpPr>
          <p:nvPr/>
        </p:nvCxnSpPr>
        <p:spPr>
          <a:xfrm>
            <a:off x="2912376" y="2653197"/>
            <a:ext cx="592359" cy="0"/>
          </a:xfrm>
          <a:prstGeom prst="straightConnector1">
            <a:avLst/>
          </a:prstGeom>
          <a:ln w="1270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7D589E8-5633-CBEE-2C11-2D1014D4A866}"/>
              </a:ext>
            </a:extLst>
          </p:cNvPr>
          <p:cNvSpPr txBox="1"/>
          <p:nvPr/>
        </p:nvSpPr>
        <p:spPr>
          <a:xfrm>
            <a:off x="3050536" y="2560248"/>
            <a:ext cx="261935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Avenir Next LT Pro" panose="020B0504020202020204" pitchFamily="34" charset="0"/>
              </a:rPr>
              <a:t>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F91A27-0604-4BA5-097C-075F0C13B65F}"/>
              </a:ext>
            </a:extLst>
          </p:cNvPr>
          <p:cNvSpPr/>
          <p:nvPr/>
        </p:nvSpPr>
        <p:spPr>
          <a:xfrm>
            <a:off x="5622246" y="2259886"/>
            <a:ext cx="4451347" cy="1313784"/>
          </a:xfrm>
          <a:prstGeom prst="rect">
            <a:avLst/>
          </a:prstGeom>
          <a:solidFill>
            <a:srgbClr val="926A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0858A6A-6708-8DC1-82A2-78CF4E2F9329}"/>
              </a:ext>
            </a:extLst>
          </p:cNvPr>
          <p:cNvSpPr/>
          <p:nvPr/>
        </p:nvSpPr>
        <p:spPr>
          <a:xfrm>
            <a:off x="5622246" y="659209"/>
            <a:ext cx="4451347" cy="1755195"/>
          </a:xfrm>
          <a:prstGeom prst="rect">
            <a:avLst/>
          </a:prstGeom>
          <a:solidFill>
            <a:srgbClr val="E8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6187AA3-C98A-F2B0-F9C6-834117656448}"/>
              </a:ext>
            </a:extLst>
          </p:cNvPr>
          <p:cNvCxnSpPr>
            <a:cxnSpLocks/>
          </p:cNvCxnSpPr>
          <p:nvPr/>
        </p:nvCxnSpPr>
        <p:spPr>
          <a:xfrm>
            <a:off x="5622246" y="2414404"/>
            <a:ext cx="4451347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BE60B99-B7A7-AF9F-ADB3-5C2BAE05ACB9}"/>
              </a:ext>
            </a:extLst>
          </p:cNvPr>
          <p:cNvCxnSpPr/>
          <p:nvPr/>
        </p:nvCxnSpPr>
        <p:spPr>
          <a:xfrm flipV="1">
            <a:off x="6353181" y="1660642"/>
            <a:ext cx="0" cy="7537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62CFBE3-D784-97B7-5903-D5751A50E61C}"/>
              </a:ext>
            </a:extLst>
          </p:cNvPr>
          <p:cNvCxnSpPr>
            <a:cxnSpLocks/>
          </p:cNvCxnSpPr>
          <p:nvPr/>
        </p:nvCxnSpPr>
        <p:spPr>
          <a:xfrm flipH="1" flipV="1">
            <a:off x="9451453" y="1660642"/>
            <a:ext cx="1613" cy="7537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7D09999-17E1-413A-617F-8ECE5E1EE6AF}"/>
              </a:ext>
            </a:extLst>
          </p:cNvPr>
          <p:cNvCxnSpPr>
            <a:cxnSpLocks/>
          </p:cNvCxnSpPr>
          <p:nvPr/>
        </p:nvCxnSpPr>
        <p:spPr>
          <a:xfrm>
            <a:off x="7842171" y="1660642"/>
            <a:ext cx="1609282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B4AD57A-FFCD-9E1C-36CE-0A95C8F67057}"/>
              </a:ext>
            </a:extLst>
          </p:cNvPr>
          <p:cNvCxnSpPr>
            <a:cxnSpLocks/>
          </p:cNvCxnSpPr>
          <p:nvPr/>
        </p:nvCxnSpPr>
        <p:spPr>
          <a:xfrm flipV="1">
            <a:off x="7842171" y="1586501"/>
            <a:ext cx="0" cy="14828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3F9DD86-F7A4-05D7-FD55-6771F9F93D15}"/>
              </a:ext>
            </a:extLst>
          </p:cNvPr>
          <p:cNvCxnSpPr>
            <a:cxnSpLocks/>
          </p:cNvCxnSpPr>
          <p:nvPr/>
        </p:nvCxnSpPr>
        <p:spPr>
          <a:xfrm flipV="1">
            <a:off x="7783475" y="1489385"/>
            <a:ext cx="0" cy="34648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0105648-04E9-945A-CF03-FF4E6C4BACEC}"/>
              </a:ext>
            </a:extLst>
          </p:cNvPr>
          <p:cNvCxnSpPr>
            <a:cxnSpLocks/>
            <a:endCxn id="29" idx="2"/>
          </p:cNvCxnSpPr>
          <p:nvPr/>
        </p:nvCxnSpPr>
        <p:spPr>
          <a:xfrm>
            <a:off x="6353181" y="1660641"/>
            <a:ext cx="634313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E56B71AB-F146-08C3-F3F3-9674B4911E68}"/>
              </a:ext>
            </a:extLst>
          </p:cNvPr>
          <p:cNvSpPr/>
          <p:nvPr/>
        </p:nvSpPr>
        <p:spPr>
          <a:xfrm>
            <a:off x="6987494" y="1529672"/>
            <a:ext cx="261937" cy="261937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  <a:latin typeface="Avenir Next LT Pro" panose="020B0504020202020204" pitchFamily="34" charset="0"/>
              </a:rPr>
              <a:t>A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2235EEB-D31E-A817-6263-CE1111A352AE}"/>
              </a:ext>
            </a:extLst>
          </p:cNvPr>
          <p:cNvCxnSpPr>
            <a:cxnSpLocks/>
          </p:cNvCxnSpPr>
          <p:nvPr/>
        </p:nvCxnSpPr>
        <p:spPr>
          <a:xfrm>
            <a:off x="7249431" y="1660640"/>
            <a:ext cx="53404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77C8721-5443-9480-C943-DD21167BDBC1}"/>
              </a:ext>
            </a:extLst>
          </p:cNvPr>
          <p:cNvCxnSpPr>
            <a:cxnSpLocks/>
          </p:cNvCxnSpPr>
          <p:nvPr/>
        </p:nvCxnSpPr>
        <p:spPr>
          <a:xfrm flipV="1">
            <a:off x="7390107" y="2111663"/>
            <a:ext cx="0" cy="30274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34C8AAD6-8DB7-8410-0A8B-C12225933862}"/>
              </a:ext>
            </a:extLst>
          </p:cNvPr>
          <p:cNvSpPr/>
          <p:nvPr/>
        </p:nvSpPr>
        <p:spPr>
          <a:xfrm>
            <a:off x="7802673" y="1980694"/>
            <a:ext cx="261937" cy="261937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  <a:latin typeface="Avenir Next LT Pro" panose="020B0504020202020204" pitchFamily="34" charset="0"/>
              </a:rPr>
              <a:t>V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77FC5B6-1E13-EED1-6AE7-DA9D303089E9}"/>
              </a:ext>
            </a:extLst>
          </p:cNvPr>
          <p:cNvCxnSpPr>
            <a:cxnSpLocks/>
            <a:endCxn id="35" idx="2"/>
          </p:cNvCxnSpPr>
          <p:nvPr/>
        </p:nvCxnSpPr>
        <p:spPr>
          <a:xfrm>
            <a:off x="7390107" y="2111663"/>
            <a:ext cx="412566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70F84E6-5244-391C-DE21-F15F80514092}"/>
              </a:ext>
            </a:extLst>
          </p:cNvPr>
          <p:cNvCxnSpPr>
            <a:cxnSpLocks/>
          </p:cNvCxnSpPr>
          <p:nvPr/>
        </p:nvCxnSpPr>
        <p:spPr>
          <a:xfrm>
            <a:off x="8064610" y="2111663"/>
            <a:ext cx="40436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5DB55FD-0AED-C8B4-34D9-DC5ECC3DA3A7}"/>
              </a:ext>
            </a:extLst>
          </p:cNvPr>
          <p:cNvCxnSpPr>
            <a:cxnSpLocks/>
          </p:cNvCxnSpPr>
          <p:nvPr/>
        </p:nvCxnSpPr>
        <p:spPr>
          <a:xfrm flipV="1">
            <a:off x="8468970" y="2111663"/>
            <a:ext cx="0" cy="30274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86D4602-562B-4439-888A-4D5023C54631}"/>
              </a:ext>
            </a:extLst>
          </p:cNvPr>
          <p:cNvSpPr txBox="1"/>
          <p:nvPr/>
        </p:nvSpPr>
        <p:spPr>
          <a:xfrm>
            <a:off x="6107196" y="2168812"/>
            <a:ext cx="367614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venir Next LT Pro" panose="020B0504020202020204" pitchFamily="34" charset="0"/>
              </a:rPr>
              <a:t>A</a:t>
            </a:r>
            <a:endParaRPr lang="en-GB" dirty="0">
              <a:latin typeface="Avenir Next LT Pro" panose="020B05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6736CE0-BC93-F631-7B90-C4B4B346FCE4}"/>
              </a:ext>
            </a:extLst>
          </p:cNvPr>
          <p:cNvSpPr txBox="1"/>
          <p:nvPr/>
        </p:nvSpPr>
        <p:spPr>
          <a:xfrm>
            <a:off x="7108313" y="2168812"/>
            <a:ext cx="367614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venir Next LT Pro" panose="020B0504020202020204" pitchFamily="34" charset="0"/>
              </a:rPr>
              <a:t>M</a:t>
            </a:r>
            <a:endParaRPr lang="en-GB" dirty="0">
              <a:latin typeface="Avenir Next LT Pro" panose="020B05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113935-CEDA-5C75-7ECF-43ACEF8B02B4}"/>
              </a:ext>
            </a:extLst>
          </p:cNvPr>
          <p:cNvSpPr txBox="1"/>
          <p:nvPr/>
        </p:nvSpPr>
        <p:spPr>
          <a:xfrm>
            <a:off x="8416399" y="2168812"/>
            <a:ext cx="367614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venir Next LT Pro" panose="020B0504020202020204" pitchFamily="34" charset="0"/>
              </a:rPr>
              <a:t>N</a:t>
            </a:r>
            <a:endParaRPr lang="en-GB" dirty="0">
              <a:latin typeface="Avenir Next LT Pro" panose="020B0504020202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A88A4E1-BF70-A9FE-EAF4-F29CB89D79BE}"/>
              </a:ext>
            </a:extLst>
          </p:cNvPr>
          <p:cNvSpPr txBox="1"/>
          <p:nvPr/>
        </p:nvSpPr>
        <p:spPr>
          <a:xfrm>
            <a:off x="9384401" y="2168811"/>
            <a:ext cx="3676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venir Next LT Pro" panose="020B0504020202020204" pitchFamily="34" charset="0"/>
              </a:rPr>
              <a:t>B</a:t>
            </a:r>
            <a:endParaRPr lang="en-GB" dirty="0">
              <a:latin typeface="Avenir Next LT Pro" panose="020B0504020202020204" pitchFamily="34" charset="0"/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7FDD6B1-CB1A-C5C3-D903-D79CE4B3D399}"/>
              </a:ext>
            </a:extLst>
          </p:cNvPr>
          <p:cNvCxnSpPr>
            <a:cxnSpLocks/>
          </p:cNvCxnSpPr>
          <p:nvPr/>
        </p:nvCxnSpPr>
        <p:spPr>
          <a:xfrm flipV="1">
            <a:off x="6352280" y="2414404"/>
            <a:ext cx="0" cy="285176"/>
          </a:xfrm>
          <a:prstGeom prst="line">
            <a:avLst/>
          </a:prstGeom>
          <a:ln w="38100">
            <a:solidFill>
              <a:srgbClr val="33CC33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39FA1EA-F460-CC2F-78B0-2718261553A7}"/>
              </a:ext>
            </a:extLst>
          </p:cNvPr>
          <p:cNvCxnSpPr>
            <a:cxnSpLocks/>
          </p:cNvCxnSpPr>
          <p:nvPr/>
        </p:nvCxnSpPr>
        <p:spPr>
          <a:xfrm flipV="1">
            <a:off x="9458830" y="2414404"/>
            <a:ext cx="0" cy="285176"/>
          </a:xfrm>
          <a:prstGeom prst="line">
            <a:avLst/>
          </a:prstGeom>
          <a:ln w="38100">
            <a:solidFill>
              <a:srgbClr val="33CC33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D821AA6-3153-8F6B-5329-2D624B0D467E}"/>
              </a:ext>
            </a:extLst>
          </p:cNvPr>
          <p:cNvCxnSpPr>
            <a:cxnSpLocks/>
          </p:cNvCxnSpPr>
          <p:nvPr/>
        </p:nvCxnSpPr>
        <p:spPr>
          <a:xfrm flipV="1">
            <a:off x="7396868" y="2414404"/>
            <a:ext cx="0" cy="1822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E158701-DFA1-6FA4-8596-A6D6BA3E46C3}"/>
              </a:ext>
            </a:extLst>
          </p:cNvPr>
          <p:cNvCxnSpPr>
            <a:cxnSpLocks/>
          </p:cNvCxnSpPr>
          <p:nvPr/>
        </p:nvCxnSpPr>
        <p:spPr>
          <a:xfrm flipV="1">
            <a:off x="8473044" y="2414404"/>
            <a:ext cx="0" cy="1822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C471F97F-6EFA-8D60-EB64-EA277B4A4D68}"/>
              </a:ext>
            </a:extLst>
          </p:cNvPr>
          <p:cNvSpPr txBox="1"/>
          <p:nvPr/>
        </p:nvSpPr>
        <p:spPr>
          <a:xfrm>
            <a:off x="7784474" y="2578602"/>
            <a:ext cx="261935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Avenir Next LT Pro" panose="020B0504020202020204" pitchFamily="34" charset="0"/>
              </a:rPr>
              <a:t>a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B3D8D659-3C5C-5213-2C9A-F2587D919E8D}"/>
              </a:ext>
            </a:extLst>
          </p:cNvPr>
          <p:cNvCxnSpPr>
            <a:cxnSpLocks/>
          </p:cNvCxnSpPr>
          <p:nvPr/>
        </p:nvCxnSpPr>
        <p:spPr>
          <a:xfrm>
            <a:off x="6352280" y="2650714"/>
            <a:ext cx="1044588" cy="0"/>
          </a:xfrm>
          <a:prstGeom prst="straightConnector1">
            <a:avLst/>
          </a:prstGeom>
          <a:ln w="1270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2406791-74FA-75FA-1515-13B5D1CC0082}"/>
              </a:ext>
            </a:extLst>
          </p:cNvPr>
          <p:cNvCxnSpPr>
            <a:cxnSpLocks/>
          </p:cNvCxnSpPr>
          <p:nvPr/>
        </p:nvCxnSpPr>
        <p:spPr>
          <a:xfrm>
            <a:off x="7396868" y="2650714"/>
            <a:ext cx="1072102" cy="0"/>
          </a:xfrm>
          <a:prstGeom prst="straightConnector1">
            <a:avLst/>
          </a:prstGeom>
          <a:ln w="1270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EA08F272-74BB-8D19-F398-20D98F4DFCB6}"/>
              </a:ext>
            </a:extLst>
          </p:cNvPr>
          <p:cNvCxnSpPr>
            <a:cxnSpLocks/>
          </p:cNvCxnSpPr>
          <p:nvPr/>
        </p:nvCxnSpPr>
        <p:spPr>
          <a:xfrm>
            <a:off x="8468970" y="2652720"/>
            <a:ext cx="992017" cy="0"/>
          </a:xfrm>
          <a:prstGeom prst="straightConnector1">
            <a:avLst/>
          </a:prstGeom>
          <a:ln w="1270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1E2F0902-6783-F023-0F1C-424D89EEFF6E}"/>
              </a:ext>
            </a:extLst>
          </p:cNvPr>
          <p:cNvSpPr txBox="1"/>
          <p:nvPr/>
        </p:nvSpPr>
        <p:spPr>
          <a:xfrm>
            <a:off x="6754690" y="2560155"/>
            <a:ext cx="261935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Avenir Next LT Pro" panose="020B0504020202020204" pitchFamily="34" charset="0"/>
              </a:rPr>
              <a:t>a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1CCABAA-D4E2-5CDC-BEA0-BF476948B8E7}"/>
              </a:ext>
            </a:extLst>
          </p:cNvPr>
          <p:cNvSpPr txBox="1"/>
          <p:nvPr/>
        </p:nvSpPr>
        <p:spPr>
          <a:xfrm>
            <a:off x="8854647" y="2578602"/>
            <a:ext cx="261935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Avenir Next LT Pro" panose="020B0504020202020204" pitchFamily="34" charset="0"/>
              </a:rPr>
              <a:t>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18C482-CB01-A485-E548-C28CC97CFB5D}"/>
              </a:ext>
            </a:extLst>
          </p:cNvPr>
          <p:cNvSpPr/>
          <p:nvPr/>
        </p:nvSpPr>
        <p:spPr>
          <a:xfrm>
            <a:off x="6425435" y="5240122"/>
            <a:ext cx="4451347" cy="1313784"/>
          </a:xfrm>
          <a:prstGeom prst="rect">
            <a:avLst/>
          </a:prstGeom>
          <a:solidFill>
            <a:srgbClr val="926A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75BF2D-32CA-7139-0714-0278A415F717}"/>
              </a:ext>
            </a:extLst>
          </p:cNvPr>
          <p:cNvSpPr/>
          <p:nvPr/>
        </p:nvSpPr>
        <p:spPr>
          <a:xfrm>
            <a:off x="6425435" y="3639445"/>
            <a:ext cx="4451347" cy="1755195"/>
          </a:xfrm>
          <a:prstGeom prst="rect">
            <a:avLst/>
          </a:prstGeom>
          <a:solidFill>
            <a:srgbClr val="E8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031C6BB-B411-19D1-FD81-79CDE50F249A}"/>
              </a:ext>
            </a:extLst>
          </p:cNvPr>
          <p:cNvCxnSpPr>
            <a:cxnSpLocks/>
          </p:cNvCxnSpPr>
          <p:nvPr/>
        </p:nvCxnSpPr>
        <p:spPr>
          <a:xfrm>
            <a:off x="6425435" y="5394640"/>
            <a:ext cx="4451347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2E3188-7C4B-9C35-8684-2F4B98A92371}"/>
              </a:ext>
            </a:extLst>
          </p:cNvPr>
          <p:cNvCxnSpPr/>
          <p:nvPr/>
        </p:nvCxnSpPr>
        <p:spPr>
          <a:xfrm flipV="1">
            <a:off x="7156370" y="4640878"/>
            <a:ext cx="0" cy="7537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87A1A9-821E-B69B-10D4-B36D825E8419}"/>
              </a:ext>
            </a:extLst>
          </p:cNvPr>
          <p:cNvCxnSpPr>
            <a:cxnSpLocks/>
          </p:cNvCxnSpPr>
          <p:nvPr/>
        </p:nvCxnSpPr>
        <p:spPr>
          <a:xfrm flipH="1" flipV="1">
            <a:off x="10254642" y="4640878"/>
            <a:ext cx="1613" cy="7537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3276F0D-AEF0-E405-74C7-B0734FFB7458}"/>
              </a:ext>
            </a:extLst>
          </p:cNvPr>
          <p:cNvCxnSpPr>
            <a:cxnSpLocks/>
          </p:cNvCxnSpPr>
          <p:nvPr/>
        </p:nvCxnSpPr>
        <p:spPr>
          <a:xfrm>
            <a:off x="8645360" y="4640878"/>
            <a:ext cx="1609282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C2D0A6-80B0-1E5F-EB22-69C2FDD16007}"/>
              </a:ext>
            </a:extLst>
          </p:cNvPr>
          <p:cNvCxnSpPr>
            <a:cxnSpLocks/>
          </p:cNvCxnSpPr>
          <p:nvPr/>
        </p:nvCxnSpPr>
        <p:spPr>
          <a:xfrm flipV="1">
            <a:off x="8645360" y="4566737"/>
            <a:ext cx="0" cy="14828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DAA7C59-5280-E74C-94DE-AFB3F20F9602}"/>
              </a:ext>
            </a:extLst>
          </p:cNvPr>
          <p:cNvCxnSpPr>
            <a:cxnSpLocks/>
          </p:cNvCxnSpPr>
          <p:nvPr/>
        </p:nvCxnSpPr>
        <p:spPr>
          <a:xfrm flipV="1">
            <a:off x="8586664" y="4469621"/>
            <a:ext cx="0" cy="34648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448AE9E-605A-0873-21EC-D1402257CA99}"/>
              </a:ext>
            </a:extLst>
          </p:cNvPr>
          <p:cNvCxnSpPr>
            <a:cxnSpLocks/>
            <a:endCxn id="64" idx="2"/>
          </p:cNvCxnSpPr>
          <p:nvPr/>
        </p:nvCxnSpPr>
        <p:spPr>
          <a:xfrm>
            <a:off x="7156370" y="4640877"/>
            <a:ext cx="634313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73AADF5C-81D1-F165-3BD2-F2F0DCBBEDC6}"/>
              </a:ext>
            </a:extLst>
          </p:cNvPr>
          <p:cNvSpPr/>
          <p:nvPr/>
        </p:nvSpPr>
        <p:spPr>
          <a:xfrm>
            <a:off x="7790683" y="4509908"/>
            <a:ext cx="261937" cy="261937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  <a:latin typeface="Avenir Next LT Pro" panose="020B0504020202020204" pitchFamily="34" charset="0"/>
              </a:rPr>
              <a:t>A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BD96ECF-1CFC-8531-A0BD-E6E4D6A5AAC5}"/>
              </a:ext>
            </a:extLst>
          </p:cNvPr>
          <p:cNvCxnSpPr>
            <a:cxnSpLocks/>
          </p:cNvCxnSpPr>
          <p:nvPr/>
        </p:nvCxnSpPr>
        <p:spPr>
          <a:xfrm>
            <a:off x="8052620" y="4640876"/>
            <a:ext cx="53404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99D6137-D91A-69CB-6401-193023BDADD1}"/>
              </a:ext>
            </a:extLst>
          </p:cNvPr>
          <p:cNvCxnSpPr>
            <a:cxnSpLocks/>
          </p:cNvCxnSpPr>
          <p:nvPr/>
        </p:nvCxnSpPr>
        <p:spPr>
          <a:xfrm flipV="1">
            <a:off x="8193296" y="5091899"/>
            <a:ext cx="0" cy="30274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70A41511-C461-F44C-926C-473368F11FD8}"/>
              </a:ext>
            </a:extLst>
          </p:cNvPr>
          <p:cNvSpPr/>
          <p:nvPr/>
        </p:nvSpPr>
        <p:spPr>
          <a:xfrm>
            <a:off x="8605862" y="4960930"/>
            <a:ext cx="261937" cy="261937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  <a:latin typeface="Avenir Next LT Pro" panose="020B0504020202020204" pitchFamily="34" charset="0"/>
              </a:rPr>
              <a:t>V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8A70875A-0D6F-A189-4DF0-A4A77BB66139}"/>
              </a:ext>
            </a:extLst>
          </p:cNvPr>
          <p:cNvCxnSpPr>
            <a:cxnSpLocks/>
            <a:endCxn id="67" idx="2"/>
          </p:cNvCxnSpPr>
          <p:nvPr/>
        </p:nvCxnSpPr>
        <p:spPr>
          <a:xfrm>
            <a:off x="8193296" y="5091899"/>
            <a:ext cx="412566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40666D19-4EE0-5FCE-F090-26CFF85EBFFB}"/>
              </a:ext>
            </a:extLst>
          </p:cNvPr>
          <p:cNvCxnSpPr>
            <a:cxnSpLocks/>
          </p:cNvCxnSpPr>
          <p:nvPr/>
        </p:nvCxnSpPr>
        <p:spPr>
          <a:xfrm>
            <a:off x="8867799" y="5091899"/>
            <a:ext cx="40436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2FD4FB88-BA07-DA09-EC4D-DE2FF7AE2D25}"/>
              </a:ext>
            </a:extLst>
          </p:cNvPr>
          <p:cNvCxnSpPr>
            <a:cxnSpLocks/>
          </p:cNvCxnSpPr>
          <p:nvPr/>
        </p:nvCxnSpPr>
        <p:spPr>
          <a:xfrm flipV="1">
            <a:off x="9272159" y="5091899"/>
            <a:ext cx="0" cy="30274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1561FCCF-E4B7-4DF0-6C18-868EFD58474A}"/>
              </a:ext>
            </a:extLst>
          </p:cNvPr>
          <p:cNvSpPr txBox="1"/>
          <p:nvPr/>
        </p:nvSpPr>
        <p:spPr>
          <a:xfrm>
            <a:off x="6910385" y="5149048"/>
            <a:ext cx="367614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venir Next LT Pro" panose="020B0504020202020204" pitchFamily="34" charset="0"/>
              </a:rPr>
              <a:t>A</a:t>
            </a:r>
            <a:endParaRPr lang="en-GB" dirty="0">
              <a:latin typeface="Avenir Next LT Pro" panose="020B0504020202020204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FEF186C-BD0D-0E46-FC93-0A9F861C592B}"/>
              </a:ext>
            </a:extLst>
          </p:cNvPr>
          <p:cNvSpPr txBox="1"/>
          <p:nvPr/>
        </p:nvSpPr>
        <p:spPr>
          <a:xfrm>
            <a:off x="7911502" y="5149048"/>
            <a:ext cx="367614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venir Next LT Pro" panose="020B0504020202020204" pitchFamily="34" charset="0"/>
              </a:rPr>
              <a:t>M</a:t>
            </a:r>
            <a:endParaRPr lang="en-GB" dirty="0">
              <a:latin typeface="Avenir Next LT Pro" panose="020B0504020202020204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ED5735C-BD56-F95D-DDF6-BFCFF4D5740A}"/>
              </a:ext>
            </a:extLst>
          </p:cNvPr>
          <p:cNvSpPr txBox="1"/>
          <p:nvPr/>
        </p:nvSpPr>
        <p:spPr>
          <a:xfrm>
            <a:off x="9219588" y="5149048"/>
            <a:ext cx="367614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venir Next LT Pro" panose="020B0504020202020204" pitchFamily="34" charset="0"/>
              </a:rPr>
              <a:t>N</a:t>
            </a:r>
            <a:endParaRPr lang="en-GB" dirty="0">
              <a:latin typeface="Avenir Next LT Pro" panose="020B0504020202020204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99F7915-5B51-FEA3-4FA6-2D4FE7C37120}"/>
              </a:ext>
            </a:extLst>
          </p:cNvPr>
          <p:cNvSpPr txBox="1"/>
          <p:nvPr/>
        </p:nvSpPr>
        <p:spPr>
          <a:xfrm>
            <a:off x="10187590" y="5149047"/>
            <a:ext cx="3676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venir Next LT Pro" panose="020B0504020202020204" pitchFamily="34" charset="0"/>
              </a:rPr>
              <a:t>B</a:t>
            </a:r>
            <a:endParaRPr lang="en-GB" dirty="0">
              <a:latin typeface="Avenir Next LT Pro" panose="020B0504020202020204" pitchFamily="34" charset="0"/>
            </a:endParaRP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3FA53CF0-918F-6293-85FE-BFA7E2C2E01C}"/>
              </a:ext>
            </a:extLst>
          </p:cNvPr>
          <p:cNvCxnSpPr>
            <a:cxnSpLocks/>
          </p:cNvCxnSpPr>
          <p:nvPr/>
        </p:nvCxnSpPr>
        <p:spPr>
          <a:xfrm flipV="1">
            <a:off x="7155469" y="5394640"/>
            <a:ext cx="0" cy="285176"/>
          </a:xfrm>
          <a:prstGeom prst="line">
            <a:avLst/>
          </a:prstGeom>
          <a:ln w="38100">
            <a:solidFill>
              <a:srgbClr val="33CC33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042F497-7DFD-EDC9-EA73-15B5E5E297B2}"/>
              </a:ext>
            </a:extLst>
          </p:cNvPr>
          <p:cNvCxnSpPr>
            <a:cxnSpLocks/>
          </p:cNvCxnSpPr>
          <p:nvPr/>
        </p:nvCxnSpPr>
        <p:spPr>
          <a:xfrm flipV="1">
            <a:off x="10262019" y="5394640"/>
            <a:ext cx="0" cy="285176"/>
          </a:xfrm>
          <a:prstGeom prst="line">
            <a:avLst/>
          </a:prstGeom>
          <a:ln w="38100">
            <a:solidFill>
              <a:srgbClr val="33CC33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059DE002-D5D3-65A0-1D47-5A319048C8AA}"/>
              </a:ext>
            </a:extLst>
          </p:cNvPr>
          <p:cNvCxnSpPr>
            <a:cxnSpLocks/>
          </p:cNvCxnSpPr>
          <p:nvPr/>
        </p:nvCxnSpPr>
        <p:spPr>
          <a:xfrm flipV="1">
            <a:off x="8200057" y="5394640"/>
            <a:ext cx="0" cy="1822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7BA0C1B3-1F6E-E76F-BC9E-833A1564D982}"/>
              </a:ext>
            </a:extLst>
          </p:cNvPr>
          <p:cNvCxnSpPr>
            <a:cxnSpLocks/>
          </p:cNvCxnSpPr>
          <p:nvPr/>
        </p:nvCxnSpPr>
        <p:spPr>
          <a:xfrm flipV="1">
            <a:off x="9276233" y="5394640"/>
            <a:ext cx="0" cy="1822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BGR - Electromagnetics - Transient electromagnetics (TEM)">
            <a:extLst>
              <a:ext uri="{FF2B5EF4-FFF2-40B4-BE49-F238E27FC236}">
                <a16:creationId xmlns:a16="http://schemas.microsoft.com/office/drawing/2014/main" id="{5B80485D-5240-7960-1BFE-032951B854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229"/>
          <a:stretch/>
        </p:blipFill>
        <p:spPr bwMode="auto">
          <a:xfrm>
            <a:off x="882017" y="4175957"/>
            <a:ext cx="3048000" cy="2168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20448E24-D62C-E73D-B867-91D3CB632B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766576">
            <a:off x="1014942" y="4027684"/>
            <a:ext cx="714475" cy="86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802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8D4BFA3-D043-B6D7-3177-760A533115AD}"/>
              </a:ext>
            </a:extLst>
          </p:cNvPr>
          <p:cNvSpPr/>
          <p:nvPr/>
        </p:nvSpPr>
        <p:spPr>
          <a:xfrm>
            <a:off x="954676" y="2865477"/>
            <a:ext cx="4451347" cy="1075779"/>
          </a:xfrm>
          <a:prstGeom prst="rect">
            <a:avLst/>
          </a:prstGeom>
          <a:solidFill>
            <a:srgbClr val="C3B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C9593CA-A311-41EB-CF7F-517263AF6134}"/>
              </a:ext>
            </a:extLst>
          </p:cNvPr>
          <p:cNvSpPr/>
          <p:nvPr/>
        </p:nvSpPr>
        <p:spPr>
          <a:xfrm>
            <a:off x="954676" y="2277141"/>
            <a:ext cx="4451347" cy="724870"/>
          </a:xfrm>
          <a:prstGeom prst="rect">
            <a:avLst/>
          </a:prstGeom>
          <a:solidFill>
            <a:srgbClr val="926A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79A77CE-DAF3-9C84-40D4-9BC02A97FA56}"/>
              </a:ext>
            </a:extLst>
          </p:cNvPr>
          <p:cNvSpPr/>
          <p:nvPr/>
        </p:nvSpPr>
        <p:spPr>
          <a:xfrm>
            <a:off x="954676" y="1635313"/>
            <a:ext cx="4451347" cy="796346"/>
          </a:xfrm>
          <a:prstGeom prst="rect">
            <a:avLst/>
          </a:prstGeom>
          <a:solidFill>
            <a:srgbClr val="E8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8913797-F450-FFBE-A366-360933393D9D}"/>
              </a:ext>
            </a:extLst>
          </p:cNvPr>
          <p:cNvCxnSpPr>
            <a:cxnSpLocks/>
          </p:cNvCxnSpPr>
          <p:nvPr/>
        </p:nvCxnSpPr>
        <p:spPr>
          <a:xfrm>
            <a:off x="954676" y="2431659"/>
            <a:ext cx="4451347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1" name="Group 70">
            <a:extLst>
              <a:ext uri="{FF2B5EF4-FFF2-40B4-BE49-F238E27FC236}">
                <a16:creationId xmlns:a16="http://schemas.microsoft.com/office/drawing/2014/main" id="{4D4F30E8-9941-359C-4403-F24D5A83A475}"/>
              </a:ext>
            </a:extLst>
          </p:cNvPr>
          <p:cNvGrpSpPr/>
          <p:nvPr/>
        </p:nvGrpSpPr>
        <p:grpSpPr>
          <a:xfrm>
            <a:off x="2895600" y="1845786"/>
            <a:ext cx="1892243" cy="744049"/>
            <a:chOff x="6859960" y="1430440"/>
            <a:chExt cx="3077733" cy="1210195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77F24B1-DAE2-BF6B-231C-743149D301A2}"/>
                </a:ext>
              </a:extLst>
            </p:cNvPr>
            <p:cNvCxnSpPr/>
            <p:nvPr/>
          </p:nvCxnSpPr>
          <p:spPr>
            <a:xfrm flipV="1">
              <a:off x="6860861" y="1601697"/>
              <a:ext cx="0" cy="75376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08EC4D2-AC47-F77A-5BAA-47FB9FE0DB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36080" y="1601697"/>
              <a:ext cx="1613" cy="75376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B5FCE0E-19B2-25B8-C569-E87ED66F6F9B}"/>
                </a:ext>
              </a:extLst>
            </p:cNvPr>
            <p:cNvCxnSpPr>
              <a:cxnSpLocks/>
            </p:cNvCxnSpPr>
            <p:nvPr/>
          </p:nvCxnSpPr>
          <p:spPr>
            <a:xfrm>
              <a:off x="8349851" y="1601697"/>
              <a:ext cx="1585422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85F2856-8447-42AD-1301-09E04F1BEA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49851" y="1527556"/>
              <a:ext cx="0" cy="148281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68D1A23-C051-35DA-02A1-98C70AC264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91155" y="1430440"/>
              <a:ext cx="0" cy="34648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BEFB371-B8D9-111E-15C6-B39848C9A369}"/>
                </a:ext>
              </a:extLst>
            </p:cNvPr>
            <p:cNvCxnSpPr>
              <a:cxnSpLocks/>
              <a:endCxn id="32" idx="2"/>
            </p:cNvCxnSpPr>
            <p:nvPr/>
          </p:nvCxnSpPr>
          <p:spPr>
            <a:xfrm>
              <a:off x="6860861" y="1601696"/>
              <a:ext cx="634313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1E3C90A-878D-C2FB-9017-C0DBDF09D31C}"/>
                </a:ext>
              </a:extLst>
            </p:cNvPr>
            <p:cNvSpPr/>
            <p:nvPr/>
          </p:nvSpPr>
          <p:spPr>
            <a:xfrm>
              <a:off x="7495174" y="1470727"/>
              <a:ext cx="261937" cy="26193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>
                  <a:solidFill>
                    <a:schemeClr val="tx1"/>
                  </a:solidFill>
                  <a:latin typeface="Avenir Next LT Pro" panose="020B0504020202020204" pitchFamily="34" charset="0"/>
                </a:rPr>
                <a:t>A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3A98ACB-BD6C-1A76-A214-405FB6DA992A}"/>
                </a:ext>
              </a:extLst>
            </p:cNvPr>
            <p:cNvCxnSpPr>
              <a:cxnSpLocks/>
            </p:cNvCxnSpPr>
            <p:nvPr/>
          </p:nvCxnSpPr>
          <p:spPr>
            <a:xfrm>
              <a:off x="7757111" y="1601695"/>
              <a:ext cx="534044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8927DB5-4D70-B6AB-E469-DE1D077E56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59411" y="2052718"/>
              <a:ext cx="0" cy="302741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8AD1CBA6-D0CD-F9EE-B9C5-C80E4372E261}"/>
                </a:ext>
              </a:extLst>
            </p:cNvPr>
            <p:cNvSpPr/>
            <p:nvPr/>
          </p:nvSpPr>
          <p:spPr>
            <a:xfrm>
              <a:off x="8243849" y="1921749"/>
              <a:ext cx="261937" cy="26193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>
                  <a:solidFill>
                    <a:schemeClr val="tx1"/>
                  </a:solidFill>
                  <a:latin typeface="Avenir Next LT Pro" panose="020B0504020202020204" pitchFamily="34" charset="0"/>
                </a:rPr>
                <a:t>V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6445A67-C243-9874-34EC-1E4240EBDE57}"/>
                </a:ext>
              </a:extLst>
            </p:cNvPr>
            <p:cNvCxnSpPr>
              <a:cxnSpLocks/>
              <a:endCxn id="38" idx="2"/>
            </p:cNvCxnSpPr>
            <p:nvPr/>
          </p:nvCxnSpPr>
          <p:spPr>
            <a:xfrm>
              <a:off x="7959411" y="2052718"/>
              <a:ext cx="284438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D2647F0-CD2A-521B-5C58-AA5A02FF48CB}"/>
                </a:ext>
              </a:extLst>
            </p:cNvPr>
            <p:cNvCxnSpPr>
              <a:cxnSpLocks/>
            </p:cNvCxnSpPr>
            <p:nvPr/>
          </p:nvCxnSpPr>
          <p:spPr>
            <a:xfrm>
              <a:off x="8505786" y="2052718"/>
              <a:ext cx="284438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85CB957E-CEEC-33F3-BFE2-596E9CC7C7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0224" y="2052718"/>
              <a:ext cx="0" cy="302741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FA0CA2F6-C58F-EA92-00DA-2E1EF888BE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9960" y="2355459"/>
              <a:ext cx="0" cy="285176"/>
            </a:xfrm>
            <a:prstGeom prst="line">
              <a:avLst/>
            </a:prstGeom>
            <a:ln w="38100">
              <a:solidFill>
                <a:srgbClr val="33CC33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D31B5890-D0EF-13A9-C810-F0C342E157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35273" y="2355459"/>
              <a:ext cx="0" cy="285176"/>
            </a:xfrm>
            <a:prstGeom prst="line">
              <a:avLst/>
            </a:prstGeom>
            <a:ln w="38100">
              <a:solidFill>
                <a:srgbClr val="33CC33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D7F824E-860B-1C12-3893-1E35F5A5FE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59411" y="2355459"/>
              <a:ext cx="0" cy="18226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58F9CC4-EAF0-322D-2C78-4B4406A93F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0224" y="2355459"/>
              <a:ext cx="0" cy="18226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6FE8553-C9F7-3BF7-A026-409D60159CE1}"/>
              </a:ext>
            </a:extLst>
          </p:cNvPr>
          <p:cNvCxnSpPr>
            <a:cxnSpLocks/>
          </p:cNvCxnSpPr>
          <p:nvPr/>
        </p:nvCxnSpPr>
        <p:spPr>
          <a:xfrm>
            <a:off x="2411470" y="2431659"/>
            <a:ext cx="0" cy="570352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551E0DA3-031E-3F5A-20EC-D453FE990B13}"/>
              </a:ext>
            </a:extLst>
          </p:cNvPr>
          <p:cNvSpPr/>
          <p:nvPr/>
        </p:nvSpPr>
        <p:spPr>
          <a:xfrm>
            <a:off x="954676" y="3795227"/>
            <a:ext cx="4451347" cy="1075779"/>
          </a:xfrm>
          <a:prstGeom prst="rect">
            <a:avLst/>
          </a:prstGeom>
          <a:solidFill>
            <a:srgbClr val="DAD1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65E425B-9ABE-9814-06C7-213E82F1AE4D}"/>
              </a:ext>
            </a:extLst>
          </p:cNvPr>
          <p:cNvCxnSpPr>
            <a:cxnSpLocks/>
          </p:cNvCxnSpPr>
          <p:nvPr/>
        </p:nvCxnSpPr>
        <p:spPr>
          <a:xfrm>
            <a:off x="2411470" y="3002011"/>
            <a:ext cx="0" cy="793216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AA5065F-A024-9D58-32EF-6D731712859A}"/>
              </a:ext>
            </a:extLst>
          </p:cNvPr>
          <p:cNvSpPr txBox="1"/>
          <p:nvPr/>
        </p:nvSpPr>
        <p:spPr>
          <a:xfrm>
            <a:off x="1880240" y="2530604"/>
            <a:ext cx="568688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latin typeface="Avenir Next LT Pro" panose="020B0504020202020204" pitchFamily="34" charset="0"/>
              </a:rPr>
              <a:t>5m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764E906-E96C-1DFB-5126-A408E8DEB87E}"/>
              </a:ext>
            </a:extLst>
          </p:cNvPr>
          <p:cNvSpPr txBox="1"/>
          <p:nvPr/>
        </p:nvSpPr>
        <p:spPr>
          <a:xfrm>
            <a:off x="1721550" y="3234809"/>
            <a:ext cx="727378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latin typeface="Avenir Next LT Pro" panose="020B0504020202020204" pitchFamily="34" charset="0"/>
              </a:rPr>
              <a:t>10m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9581F88-3CE8-803B-B72A-AB52DECCFB39}"/>
              </a:ext>
            </a:extLst>
          </p:cNvPr>
          <p:cNvSpPr txBox="1"/>
          <p:nvPr/>
        </p:nvSpPr>
        <p:spPr>
          <a:xfrm>
            <a:off x="3321210" y="2605589"/>
            <a:ext cx="1169024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latin typeface="Avenir Next LT Pro" panose="020B0504020202020204" pitchFamily="34" charset="0"/>
              </a:rPr>
              <a:t>500 Ωm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98321BB-7C7C-CC37-1503-9DA4A5E47CA7}"/>
              </a:ext>
            </a:extLst>
          </p:cNvPr>
          <p:cNvSpPr txBox="1"/>
          <p:nvPr/>
        </p:nvSpPr>
        <p:spPr>
          <a:xfrm>
            <a:off x="3317199" y="3208987"/>
            <a:ext cx="1169024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latin typeface="Avenir Next LT Pro" panose="020B0504020202020204" pitchFamily="34" charset="0"/>
              </a:rPr>
              <a:t>250 Ωm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5B191FE-74C2-038A-07B0-60E11557C531}"/>
              </a:ext>
            </a:extLst>
          </p:cNvPr>
          <p:cNvSpPr txBox="1"/>
          <p:nvPr/>
        </p:nvSpPr>
        <p:spPr>
          <a:xfrm>
            <a:off x="1986772" y="4158164"/>
            <a:ext cx="2598736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7030A0"/>
                </a:solidFill>
                <a:latin typeface="Avenir Next LT Pro" panose="020B0504020202020204" pitchFamily="34" charset="0"/>
              </a:rPr>
              <a:t>Basement:  1000 Ωm</a:t>
            </a:r>
          </a:p>
        </p:txBody>
      </p:sp>
    </p:spTree>
    <p:extLst>
      <p:ext uri="{BB962C8B-B14F-4D97-AF65-F5344CB8AC3E}">
        <p14:creationId xmlns:p14="http://schemas.microsoft.com/office/powerpoint/2010/main" val="1378406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2810D939-B6A0-A867-E4A9-EB20BB01D6E9}"/>
              </a:ext>
            </a:extLst>
          </p:cNvPr>
          <p:cNvSpPr/>
          <p:nvPr/>
        </p:nvSpPr>
        <p:spPr>
          <a:xfrm>
            <a:off x="2329247" y="932935"/>
            <a:ext cx="1606378" cy="1606378"/>
          </a:xfrm>
          <a:prstGeom prst="ellipse">
            <a:avLst/>
          </a:prstGeom>
          <a:solidFill>
            <a:srgbClr val="926A50"/>
          </a:solidFill>
          <a:ln w="28575">
            <a:solidFill>
              <a:schemeClr val="tx1"/>
            </a:solidFill>
          </a:ln>
          <a:scene3d>
            <a:camera prst="isometricRight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F838C4C-A897-8577-238C-A4684D86533D}"/>
              </a:ext>
            </a:extLst>
          </p:cNvPr>
          <p:cNvSpPr/>
          <p:nvPr/>
        </p:nvSpPr>
        <p:spPr>
          <a:xfrm>
            <a:off x="2724665" y="1031789"/>
            <a:ext cx="3416643" cy="2965622"/>
          </a:xfrm>
          <a:custGeom>
            <a:avLst/>
            <a:gdLst>
              <a:gd name="connsiteX0" fmla="*/ 0 w 3416643"/>
              <a:gd name="connsiteY0" fmla="*/ 1402492 h 2965622"/>
              <a:gd name="connsiteX1" fmla="*/ 2625811 w 3416643"/>
              <a:gd name="connsiteY1" fmla="*/ 2965622 h 2965622"/>
              <a:gd name="connsiteX2" fmla="*/ 3416643 w 3416643"/>
              <a:gd name="connsiteY2" fmla="*/ 1563130 h 2965622"/>
              <a:gd name="connsiteX3" fmla="*/ 803189 w 3416643"/>
              <a:gd name="connsiteY3" fmla="*/ 0 h 2965622"/>
              <a:gd name="connsiteX4" fmla="*/ 0 w 3416643"/>
              <a:gd name="connsiteY4" fmla="*/ 1402492 h 2965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16643" h="2965622">
                <a:moveTo>
                  <a:pt x="0" y="1402492"/>
                </a:moveTo>
                <a:lnTo>
                  <a:pt x="2625811" y="2965622"/>
                </a:lnTo>
                <a:lnTo>
                  <a:pt x="3416643" y="1563130"/>
                </a:lnTo>
                <a:lnTo>
                  <a:pt x="803189" y="0"/>
                </a:lnTo>
                <a:lnTo>
                  <a:pt x="0" y="1402492"/>
                </a:lnTo>
                <a:close/>
              </a:path>
            </a:pathLst>
          </a:custGeom>
          <a:solidFill>
            <a:srgbClr val="A87E63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EE33ADB-40F0-740C-9893-A647E6032593}"/>
              </a:ext>
            </a:extLst>
          </p:cNvPr>
          <p:cNvSpPr/>
          <p:nvPr/>
        </p:nvSpPr>
        <p:spPr>
          <a:xfrm>
            <a:off x="4942703" y="2496064"/>
            <a:ext cx="1606378" cy="1606378"/>
          </a:xfrm>
          <a:prstGeom prst="ellipse">
            <a:avLst/>
          </a:prstGeom>
          <a:solidFill>
            <a:srgbClr val="926A50"/>
          </a:solidFill>
          <a:ln w="28575">
            <a:solidFill>
              <a:schemeClr val="tx1"/>
            </a:solidFill>
          </a:ln>
          <a:scene3d>
            <a:camera prst="isometricRight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033B368-7A75-B214-87ED-6FADBFE6FC0F}"/>
              </a:ext>
            </a:extLst>
          </p:cNvPr>
          <p:cNvSpPr/>
          <p:nvPr/>
        </p:nvSpPr>
        <p:spPr>
          <a:xfrm>
            <a:off x="2711450" y="1038225"/>
            <a:ext cx="835025" cy="1397000"/>
          </a:xfrm>
          <a:custGeom>
            <a:avLst/>
            <a:gdLst>
              <a:gd name="connsiteX0" fmla="*/ 0 w 835025"/>
              <a:gd name="connsiteY0" fmla="*/ 1365250 h 1397000"/>
              <a:gd name="connsiteX1" fmla="*/ 47625 w 835025"/>
              <a:gd name="connsiteY1" fmla="*/ 1397000 h 1397000"/>
              <a:gd name="connsiteX2" fmla="*/ 835025 w 835025"/>
              <a:gd name="connsiteY2" fmla="*/ 15875 h 1397000"/>
              <a:gd name="connsiteX3" fmla="*/ 781050 w 835025"/>
              <a:gd name="connsiteY3" fmla="*/ 0 h 1397000"/>
              <a:gd name="connsiteX4" fmla="*/ 0 w 835025"/>
              <a:gd name="connsiteY4" fmla="*/ 1365250 h 139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5025" h="1397000">
                <a:moveTo>
                  <a:pt x="0" y="1365250"/>
                </a:moveTo>
                <a:lnTo>
                  <a:pt x="47625" y="1397000"/>
                </a:lnTo>
                <a:lnTo>
                  <a:pt x="835025" y="15875"/>
                </a:lnTo>
                <a:lnTo>
                  <a:pt x="781050" y="0"/>
                </a:lnTo>
                <a:lnTo>
                  <a:pt x="0" y="1365250"/>
                </a:lnTo>
                <a:close/>
              </a:path>
            </a:pathLst>
          </a:custGeom>
          <a:solidFill>
            <a:srgbClr val="A87E63"/>
          </a:solidFill>
          <a:ln>
            <a:solidFill>
              <a:srgbClr val="A87E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ECF2CAB-7303-BF8A-38D3-DCE814D513C8}"/>
              </a:ext>
            </a:extLst>
          </p:cNvPr>
          <p:cNvCxnSpPr>
            <a:cxnSpLocks/>
          </p:cNvCxnSpPr>
          <p:nvPr/>
        </p:nvCxnSpPr>
        <p:spPr>
          <a:xfrm>
            <a:off x="5745892" y="3348680"/>
            <a:ext cx="1306727" cy="78156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47D6C7D-A451-4A6A-F839-C20A4E40B605}"/>
              </a:ext>
            </a:extLst>
          </p:cNvPr>
          <p:cNvCxnSpPr>
            <a:cxnSpLocks/>
          </p:cNvCxnSpPr>
          <p:nvPr/>
        </p:nvCxnSpPr>
        <p:spPr>
          <a:xfrm>
            <a:off x="1704372" y="926758"/>
            <a:ext cx="1020293" cy="55854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437F0D8-16E7-06C3-3921-79BEA7A6E94F}"/>
              </a:ext>
            </a:extLst>
          </p:cNvPr>
          <p:cNvCxnSpPr>
            <a:cxnSpLocks/>
          </p:cNvCxnSpPr>
          <p:nvPr/>
        </p:nvCxnSpPr>
        <p:spPr>
          <a:xfrm>
            <a:off x="2628898" y="2566471"/>
            <a:ext cx="2613454" cy="1563774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6DE490E-5AA5-9E13-429D-036804518A44}"/>
              </a:ext>
            </a:extLst>
          </p:cNvPr>
          <p:cNvSpPr txBox="1"/>
          <p:nvPr/>
        </p:nvSpPr>
        <p:spPr>
          <a:xfrm>
            <a:off x="3429436" y="3206554"/>
            <a:ext cx="304364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latin typeface="Avenir Next LT Pro" panose="020B0504020202020204" pitchFamily="34" charset="0"/>
              </a:rPr>
              <a:t>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4272F7D-1BB1-9F74-184B-587574F8C791}"/>
              </a:ext>
            </a:extLst>
          </p:cNvPr>
          <p:cNvSpPr txBox="1"/>
          <p:nvPr/>
        </p:nvSpPr>
        <p:spPr>
          <a:xfrm>
            <a:off x="6556291" y="2801741"/>
            <a:ext cx="551886" cy="36933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latin typeface="Avenir Next LT Pro" panose="020B0504020202020204" pitchFamily="34" charset="0"/>
              </a:rPr>
              <a:t>A</a:t>
            </a:r>
          </a:p>
        </p:txBody>
      </p:sp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6419C55E-8B69-3A6B-E2DE-4D5B31721F2B}"/>
              </a:ext>
            </a:extLst>
          </p:cNvPr>
          <p:cNvCxnSpPr>
            <a:cxnSpLocks/>
            <a:stCxn id="29" idx="1"/>
          </p:cNvCxnSpPr>
          <p:nvPr/>
        </p:nvCxnSpPr>
        <p:spPr>
          <a:xfrm rot="10800000" flipV="1">
            <a:off x="6096007" y="2986406"/>
            <a:ext cx="460285" cy="181131"/>
          </a:xfrm>
          <a:prstGeom prst="curvedConnector3">
            <a:avLst>
              <a:gd name="adj1" fmla="val 3448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Curved 32">
            <a:extLst>
              <a:ext uri="{FF2B5EF4-FFF2-40B4-BE49-F238E27FC236}">
                <a16:creationId xmlns:a16="http://schemas.microsoft.com/office/drawing/2014/main" id="{1ACFF711-068A-DD50-61E9-4DEA384F7664}"/>
              </a:ext>
            </a:extLst>
          </p:cNvPr>
          <p:cNvCxnSpPr>
            <a:cxnSpLocks/>
          </p:cNvCxnSpPr>
          <p:nvPr/>
        </p:nvCxnSpPr>
        <p:spPr>
          <a:xfrm rot="10800000" flipV="1">
            <a:off x="5012208" y="1736124"/>
            <a:ext cx="798043" cy="512256"/>
          </a:xfrm>
          <a:prstGeom prst="curved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8BA216B-485E-4568-722D-5B75B8EE11CA}"/>
              </a:ext>
            </a:extLst>
          </p:cNvPr>
          <p:cNvSpPr txBox="1"/>
          <p:nvPr/>
        </p:nvSpPr>
        <p:spPr>
          <a:xfrm>
            <a:off x="5754951" y="1455864"/>
            <a:ext cx="551886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Avenir Next LT Pro" panose="020B0504020202020204" pitchFamily="34" charset="0"/>
              </a:rPr>
              <a:t>ρ</a:t>
            </a:r>
            <a:endParaRPr lang="en-GB" b="1" dirty="0">
              <a:latin typeface="Avenir Next LT Pro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8953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15D1CF8-B4AD-8477-CACE-69963CBBA3C8}"/>
              </a:ext>
            </a:extLst>
          </p:cNvPr>
          <p:cNvGraphicFramePr>
            <a:graphicFrameLocks noGrp="1"/>
          </p:cNvGraphicFramePr>
          <p:nvPr/>
        </p:nvGraphicFramePr>
        <p:xfrm>
          <a:off x="838201" y="2758672"/>
          <a:ext cx="10515597" cy="2485243"/>
        </p:xfrm>
        <a:graphic>
          <a:graphicData uri="http://schemas.openxmlformats.org/drawingml/2006/table">
            <a:tbl>
              <a:tblPr firstRow="1" firstCol="1" bandRow="1"/>
              <a:tblGrid>
                <a:gridCol w="1845259">
                  <a:extLst>
                    <a:ext uri="{9D8B030D-6E8A-4147-A177-3AD203B41FA5}">
                      <a16:colId xmlns:a16="http://schemas.microsoft.com/office/drawing/2014/main" val="672918333"/>
                    </a:ext>
                  </a:extLst>
                </a:gridCol>
                <a:gridCol w="700148">
                  <a:extLst>
                    <a:ext uri="{9D8B030D-6E8A-4147-A177-3AD203B41FA5}">
                      <a16:colId xmlns:a16="http://schemas.microsoft.com/office/drawing/2014/main" val="394131317"/>
                    </a:ext>
                  </a:extLst>
                </a:gridCol>
                <a:gridCol w="560911">
                  <a:extLst>
                    <a:ext uri="{9D8B030D-6E8A-4147-A177-3AD203B41FA5}">
                      <a16:colId xmlns:a16="http://schemas.microsoft.com/office/drawing/2014/main" val="3998315083"/>
                    </a:ext>
                  </a:extLst>
                </a:gridCol>
                <a:gridCol w="1033127">
                  <a:extLst>
                    <a:ext uri="{9D8B030D-6E8A-4147-A177-3AD203B41FA5}">
                      <a16:colId xmlns:a16="http://schemas.microsoft.com/office/drawing/2014/main" val="3165631946"/>
                    </a:ext>
                  </a:extLst>
                </a:gridCol>
                <a:gridCol w="560911">
                  <a:extLst>
                    <a:ext uri="{9D8B030D-6E8A-4147-A177-3AD203B41FA5}">
                      <a16:colId xmlns:a16="http://schemas.microsoft.com/office/drawing/2014/main" val="1877904450"/>
                    </a:ext>
                  </a:extLst>
                </a:gridCol>
                <a:gridCol w="1033127">
                  <a:extLst>
                    <a:ext uri="{9D8B030D-6E8A-4147-A177-3AD203B41FA5}">
                      <a16:colId xmlns:a16="http://schemas.microsoft.com/office/drawing/2014/main" val="3292328299"/>
                    </a:ext>
                  </a:extLst>
                </a:gridCol>
                <a:gridCol w="560911">
                  <a:extLst>
                    <a:ext uri="{9D8B030D-6E8A-4147-A177-3AD203B41FA5}">
                      <a16:colId xmlns:a16="http://schemas.microsoft.com/office/drawing/2014/main" val="1850218581"/>
                    </a:ext>
                  </a:extLst>
                </a:gridCol>
                <a:gridCol w="1033127">
                  <a:extLst>
                    <a:ext uri="{9D8B030D-6E8A-4147-A177-3AD203B41FA5}">
                      <a16:colId xmlns:a16="http://schemas.microsoft.com/office/drawing/2014/main" val="1586024908"/>
                    </a:ext>
                  </a:extLst>
                </a:gridCol>
                <a:gridCol w="560911">
                  <a:extLst>
                    <a:ext uri="{9D8B030D-6E8A-4147-A177-3AD203B41FA5}">
                      <a16:colId xmlns:a16="http://schemas.microsoft.com/office/drawing/2014/main" val="3287474709"/>
                    </a:ext>
                  </a:extLst>
                </a:gridCol>
                <a:gridCol w="1033127">
                  <a:extLst>
                    <a:ext uri="{9D8B030D-6E8A-4147-A177-3AD203B41FA5}">
                      <a16:colId xmlns:a16="http://schemas.microsoft.com/office/drawing/2014/main" val="2592112960"/>
                    </a:ext>
                  </a:extLst>
                </a:gridCol>
                <a:gridCol w="560911">
                  <a:extLst>
                    <a:ext uri="{9D8B030D-6E8A-4147-A177-3AD203B41FA5}">
                      <a16:colId xmlns:a16="http://schemas.microsoft.com/office/drawing/2014/main" val="4252879373"/>
                    </a:ext>
                  </a:extLst>
                </a:gridCol>
                <a:gridCol w="1033127">
                  <a:extLst>
                    <a:ext uri="{9D8B030D-6E8A-4147-A177-3AD203B41FA5}">
                      <a16:colId xmlns:a16="http://schemas.microsoft.com/office/drawing/2014/main" val="1211203433"/>
                    </a:ext>
                  </a:extLst>
                </a:gridCol>
              </a:tblGrid>
              <a:tr h="825967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GB" sz="900" dirty="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GB" sz="9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GB" sz="9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714870"/>
                  </a:ext>
                </a:extLst>
              </a:tr>
              <a:tr h="133384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Method: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Resistivity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TEM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FEM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SNMR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Seismic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54624"/>
                  </a:ext>
                </a:extLst>
              </a:tr>
              <a:tr h="18332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Criteria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Weighting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Score/5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Weighted Score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Score/5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Weighted Score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Score/5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Weighted Score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Score/5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Weighted Score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Score/5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Weighted Score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0705115"/>
                  </a:ext>
                </a:extLst>
              </a:tr>
              <a:tr h="18332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Low-cost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10.5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52.5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5E6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31.5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4D9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10.5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5F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52.5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528446"/>
                  </a:ext>
                </a:extLst>
              </a:tr>
              <a:tr h="18332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Technical simplicity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7.5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37.5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1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GB" sz="900" dirty="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7ED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22.5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4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7.5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7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9D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0815532"/>
                  </a:ext>
                </a:extLst>
              </a:tr>
              <a:tr h="18332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Usability/training required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EEA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EEA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GB" sz="900" dirty="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9DB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CE2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7785"/>
                  </a:ext>
                </a:extLst>
              </a:tr>
              <a:tr h="18332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Data value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EEA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CE2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GB" sz="900" dirty="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EEA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9DB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481360"/>
                  </a:ext>
                </a:extLst>
              </a:tr>
              <a:tr h="18332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Depth of investigation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CE2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9DB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1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CE2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36610"/>
                  </a:ext>
                </a:extLst>
              </a:tr>
              <a:tr h="1333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Speed of taking measurements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7ED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1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9481114"/>
                  </a:ext>
                </a:extLst>
              </a:tr>
              <a:tr h="1333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Size/moveability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D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892650"/>
                  </a:ext>
                </a:extLst>
              </a:tr>
              <a:tr h="133384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TOTAL: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165</a:t>
                      </a:r>
                      <a:endParaRPr lang="en-GB" sz="900" dirty="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120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144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GB" sz="90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9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142.5</a:t>
                      </a:r>
                      <a:endParaRPr lang="en-GB" sz="900" dirty="0">
                        <a:effectLst/>
                        <a:latin typeface="Avenir Next LT Pro" panose="020B05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512" marR="53512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9508174"/>
                  </a:ext>
                </a:extLst>
              </a:tr>
            </a:tbl>
          </a:graphicData>
        </a:graphic>
      </p:graphicFrame>
      <p:pic>
        <p:nvPicPr>
          <p:cNvPr id="2063" name="Picture 15">
            <a:extLst>
              <a:ext uri="{FF2B5EF4-FFF2-40B4-BE49-F238E27FC236}">
                <a16:creationId xmlns:a16="http://schemas.microsoft.com/office/drawing/2014/main" id="{EC508343-8680-68BB-0F79-CE9EF5AEEC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412" y="542925"/>
            <a:ext cx="1895475" cy="132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">
            <a:extLst>
              <a:ext uri="{FF2B5EF4-FFF2-40B4-BE49-F238E27FC236}">
                <a16:creationId xmlns:a16="http://schemas.microsoft.com/office/drawing/2014/main" id="{7584B668-CB23-17A0-F2B3-C50B54FC75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4502" y="653861"/>
            <a:ext cx="1895475" cy="126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1" name="Picture 78022825" descr="A picture containing text, sketch, diagram, drawing&#10;&#10;Description automatically generated">
            <a:extLst>
              <a:ext uri="{FF2B5EF4-FFF2-40B4-BE49-F238E27FC236}">
                <a16:creationId xmlns:a16="http://schemas.microsoft.com/office/drawing/2014/main" id="{7ADE73D4-3E18-A3C2-9B45-9197C8F85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6" t="13107" r="9805" b="4956"/>
          <a:stretch>
            <a:fillRect/>
          </a:stretch>
        </p:blipFill>
        <p:spPr bwMode="auto">
          <a:xfrm>
            <a:off x="5154566" y="661987"/>
            <a:ext cx="1895475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6" descr="GMR Flex Surface NMR - Vista Clara Inc">
            <a:extLst>
              <a:ext uri="{FF2B5EF4-FFF2-40B4-BE49-F238E27FC236}">
                <a16:creationId xmlns:a16="http://schemas.microsoft.com/office/drawing/2014/main" id="{DEC915DB-C4BE-9C93-A839-F730725511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274" b="3098"/>
          <a:stretch>
            <a:fillRect/>
          </a:stretch>
        </p:blipFill>
        <p:spPr bwMode="auto">
          <a:xfrm>
            <a:off x="7541739" y="542925"/>
            <a:ext cx="1895475" cy="123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9" name="Picture 7">
            <a:extLst>
              <a:ext uri="{FF2B5EF4-FFF2-40B4-BE49-F238E27FC236}">
                <a16:creationId xmlns:a16="http://schemas.microsoft.com/office/drawing/2014/main" id="{41BE7481-75AC-33ED-31F3-3BE3967EE4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63" t="6242" r="12985" b="21130"/>
          <a:stretch>
            <a:fillRect/>
          </a:stretch>
        </p:blipFill>
        <p:spPr bwMode="auto">
          <a:xfrm>
            <a:off x="10011803" y="884036"/>
            <a:ext cx="1895475" cy="92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7953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18AF0B-24DB-AA92-5BBF-A4C924FE33BC}"/>
              </a:ext>
            </a:extLst>
          </p:cNvPr>
          <p:cNvCxnSpPr>
            <a:cxnSpLocks/>
          </p:cNvCxnSpPr>
          <p:nvPr/>
        </p:nvCxnSpPr>
        <p:spPr>
          <a:xfrm>
            <a:off x="0" y="-336293"/>
            <a:ext cx="4451347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F13D832-EAAB-B2B3-D98F-4C19A582947E}"/>
              </a:ext>
            </a:extLst>
          </p:cNvPr>
          <p:cNvCxnSpPr/>
          <p:nvPr/>
        </p:nvCxnSpPr>
        <p:spPr>
          <a:xfrm flipV="1">
            <a:off x="730935" y="-1090055"/>
            <a:ext cx="0" cy="7537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DB80A5B-E1E4-099A-D7F0-52A82101A82B}"/>
              </a:ext>
            </a:extLst>
          </p:cNvPr>
          <p:cNvCxnSpPr>
            <a:cxnSpLocks/>
          </p:cNvCxnSpPr>
          <p:nvPr/>
        </p:nvCxnSpPr>
        <p:spPr>
          <a:xfrm flipH="1" flipV="1">
            <a:off x="3829207" y="-1090055"/>
            <a:ext cx="1613" cy="7537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CA9DC3-BCB2-8A4F-02C7-49228AD5EB7E}"/>
              </a:ext>
            </a:extLst>
          </p:cNvPr>
          <p:cNvCxnSpPr>
            <a:cxnSpLocks/>
          </p:cNvCxnSpPr>
          <p:nvPr/>
        </p:nvCxnSpPr>
        <p:spPr>
          <a:xfrm>
            <a:off x="2219925" y="-1090055"/>
            <a:ext cx="1609282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330F532-D0B5-3961-3896-1B6AD19D1CF6}"/>
              </a:ext>
            </a:extLst>
          </p:cNvPr>
          <p:cNvCxnSpPr>
            <a:cxnSpLocks/>
          </p:cNvCxnSpPr>
          <p:nvPr/>
        </p:nvCxnSpPr>
        <p:spPr>
          <a:xfrm flipV="1">
            <a:off x="2219925" y="-1164196"/>
            <a:ext cx="0" cy="14828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C039713-014D-7EDB-A771-012DA36A1140}"/>
              </a:ext>
            </a:extLst>
          </p:cNvPr>
          <p:cNvCxnSpPr>
            <a:cxnSpLocks/>
          </p:cNvCxnSpPr>
          <p:nvPr/>
        </p:nvCxnSpPr>
        <p:spPr>
          <a:xfrm flipV="1">
            <a:off x="2161229" y="-1261312"/>
            <a:ext cx="0" cy="34648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61628C-A899-9774-37FA-012BCEC77222}"/>
              </a:ext>
            </a:extLst>
          </p:cNvPr>
          <p:cNvCxnSpPr>
            <a:cxnSpLocks/>
            <a:endCxn id="13" idx="2"/>
          </p:cNvCxnSpPr>
          <p:nvPr/>
        </p:nvCxnSpPr>
        <p:spPr>
          <a:xfrm>
            <a:off x="730935" y="-1090056"/>
            <a:ext cx="634313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E90EC2B6-3538-8FC5-91D9-9E1115B9309D}"/>
              </a:ext>
            </a:extLst>
          </p:cNvPr>
          <p:cNvSpPr/>
          <p:nvPr/>
        </p:nvSpPr>
        <p:spPr>
          <a:xfrm>
            <a:off x="1365248" y="-1221025"/>
            <a:ext cx="261937" cy="261937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  <a:latin typeface="Avenir Next LT Pro" panose="020B0504020202020204" pitchFamily="34" charset="0"/>
              </a:rPr>
              <a:t>A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A7BA06F-6518-A991-BCCD-B2493D7AF9F0}"/>
              </a:ext>
            </a:extLst>
          </p:cNvPr>
          <p:cNvCxnSpPr>
            <a:cxnSpLocks/>
          </p:cNvCxnSpPr>
          <p:nvPr/>
        </p:nvCxnSpPr>
        <p:spPr>
          <a:xfrm>
            <a:off x="1627185" y="-1090057"/>
            <a:ext cx="53404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88B7378-AE0B-0F7F-0BCA-2DBF3215BBED}"/>
              </a:ext>
            </a:extLst>
          </p:cNvPr>
          <p:cNvCxnSpPr>
            <a:cxnSpLocks/>
          </p:cNvCxnSpPr>
          <p:nvPr/>
        </p:nvCxnSpPr>
        <p:spPr>
          <a:xfrm flipV="1">
            <a:off x="1767861" y="-639034"/>
            <a:ext cx="0" cy="30274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1A55E9D1-91F1-79BF-C88B-62175015700F}"/>
              </a:ext>
            </a:extLst>
          </p:cNvPr>
          <p:cNvSpPr/>
          <p:nvPr/>
        </p:nvSpPr>
        <p:spPr>
          <a:xfrm>
            <a:off x="2180427" y="-770003"/>
            <a:ext cx="261937" cy="261937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  <a:latin typeface="Avenir Next LT Pro" panose="020B0504020202020204" pitchFamily="34" charset="0"/>
              </a:rPr>
              <a:t>V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4F634DE-5DCF-DFDF-60F6-410C737504CD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1767861" y="-639034"/>
            <a:ext cx="412566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E94DF89-EA28-E54D-F60A-B0991F45A2BA}"/>
              </a:ext>
            </a:extLst>
          </p:cNvPr>
          <p:cNvCxnSpPr>
            <a:cxnSpLocks/>
          </p:cNvCxnSpPr>
          <p:nvPr/>
        </p:nvCxnSpPr>
        <p:spPr>
          <a:xfrm>
            <a:off x="2442364" y="-639034"/>
            <a:ext cx="40436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00E6A60-33E0-2805-EEEC-BBC91679FFA8}"/>
              </a:ext>
            </a:extLst>
          </p:cNvPr>
          <p:cNvCxnSpPr>
            <a:cxnSpLocks/>
          </p:cNvCxnSpPr>
          <p:nvPr/>
        </p:nvCxnSpPr>
        <p:spPr>
          <a:xfrm flipV="1">
            <a:off x="2846724" y="-639034"/>
            <a:ext cx="0" cy="30274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1D60121-EA7D-0049-E6CC-23BC8A8EAA8A}"/>
              </a:ext>
            </a:extLst>
          </p:cNvPr>
          <p:cNvSpPr txBox="1"/>
          <p:nvPr/>
        </p:nvSpPr>
        <p:spPr>
          <a:xfrm>
            <a:off x="484950" y="-581885"/>
            <a:ext cx="367614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venir Next LT Pro" panose="020B0504020202020204" pitchFamily="34" charset="0"/>
              </a:rPr>
              <a:t>A</a:t>
            </a:r>
            <a:endParaRPr lang="en-GB" dirty="0">
              <a:latin typeface="Avenir Next LT Pro" panose="020B05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0C6405-DD47-449A-2361-63E2A719DE2B}"/>
              </a:ext>
            </a:extLst>
          </p:cNvPr>
          <p:cNvSpPr txBox="1"/>
          <p:nvPr/>
        </p:nvSpPr>
        <p:spPr>
          <a:xfrm>
            <a:off x="1486067" y="-581885"/>
            <a:ext cx="367614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venir Next LT Pro" panose="020B0504020202020204" pitchFamily="34" charset="0"/>
              </a:rPr>
              <a:t>M</a:t>
            </a:r>
            <a:endParaRPr lang="en-GB" dirty="0">
              <a:latin typeface="Avenir Next LT Pro" panose="020B05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2150FA8-A836-7BA5-91D7-F9D69C796C21}"/>
              </a:ext>
            </a:extLst>
          </p:cNvPr>
          <p:cNvSpPr txBox="1"/>
          <p:nvPr/>
        </p:nvSpPr>
        <p:spPr>
          <a:xfrm>
            <a:off x="2794153" y="-581885"/>
            <a:ext cx="367614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venir Next LT Pro" panose="020B0504020202020204" pitchFamily="34" charset="0"/>
              </a:rPr>
              <a:t>N</a:t>
            </a:r>
            <a:endParaRPr lang="en-GB" dirty="0">
              <a:latin typeface="Avenir Next LT Pro" panose="020B05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8FF57C-8FB2-1403-8B58-F65BAD4AF5D1}"/>
              </a:ext>
            </a:extLst>
          </p:cNvPr>
          <p:cNvSpPr txBox="1"/>
          <p:nvPr/>
        </p:nvSpPr>
        <p:spPr>
          <a:xfrm>
            <a:off x="3762155" y="-581886"/>
            <a:ext cx="3676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venir Next LT Pro" panose="020B0504020202020204" pitchFamily="34" charset="0"/>
              </a:rPr>
              <a:t>B</a:t>
            </a:r>
            <a:endParaRPr lang="en-GB" dirty="0">
              <a:latin typeface="Avenir Next LT Pro" panose="020B0504020202020204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C7B413F-2370-7278-7C00-14BC0CD68A38}"/>
              </a:ext>
            </a:extLst>
          </p:cNvPr>
          <p:cNvCxnSpPr>
            <a:cxnSpLocks/>
          </p:cNvCxnSpPr>
          <p:nvPr/>
        </p:nvCxnSpPr>
        <p:spPr>
          <a:xfrm flipV="1">
            <a:off x="730034" y="-336293"/>
            <a:ext cx="0" cy="285176"/>
          </a:xfrm>
          <a:prstGeom prst="line">
            <a:avLst/>
          </a:prstGeom>
          <a:ln w="38100">
            <a:solidFill>
              <a:srgbClr val="33CC33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3ED503C-133C-22D9-9870-BF1845E0B96C}"/>
              </a:ext>
            </a:extLst>
          </p:cNvPr>
          <p:cNvCxnSpPr>
            <a:cxnSpLocks/>
          </p:cNvCxnSpPr>
          <p:nvPr/>
        </p:nvCxnSpPr>
        <p:spPr>
          <a:xfrm flipV="1">
            <a:off x="3836584" y="-336293"/>
            <a:ext cx="0" cy="285176"/>
          </a:xfrm>
          <a:prstGeom prst="line">
            <a:avLst/>
          </a:prstGeom>
          <a:ln w="38100">
            <a:solidFill>
              <a:srgbClr val="33CC33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6589085-ABA5-7696-D7BB-2BD854BC3EE0}"/>
              </a:ext>
            </a:extLst>
          </p:cNvPr>
          <p:cNvCxnSpPr>
            <a:cxnSpLocks/>
          </p:cNvCxnSpPr>
          <p:nvPr/>
        </p:nvCxnSpPr>
        <p:spPr>
          <a:xfrm flipV="1">
            <a:off x="1774622" y="-336293"/>
            <a:ext cx="0" cy="1822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104E2B5-1976-68C7-003E-79FDAAE8C74E}"/>
              </a:ext>
            </a:extLst>
          </p:cNvPr>
          <p:cNvCxnSpPr>
            <a:cxnSpLocks/>
          </p:cNvCxnSpPr>
          <p:nvPr/>
        </p:nvCxnSpPr>
        <p:spPr>
          <a:xfrm flipV="1">
            <a:off x="2850798" y="-336293"/>
            <a:ext cx="0" cy="1822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3BA447F0-479A-D625-FC8D-680018F9A24B}"/>
              </a:ext>
            </a:extLst>
          </p:cNvPr>
          <p:cNvSpPr/>
          <p:nvPr/>
        </p:nvSpPr>
        <p:spPr>
          <a:xfrm>
            <a:off x="2854779" y="-2781472"/>
            <a:ext cx="4451347" cy="1313784"/>
          </a:xfrm>
          <a:prstGeom prst="rect">
            <a:avLst/>
          </a:prstGeom>
          <a:solidFill>
            <a:srgbClr val="926A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8980EFE-6772-3148-DDCE-7DFC932497B3}"/>
              </a:ext>
            </a:extLst>
          </p:cNvPr>
          <p:cNvSpPr/>
          <p:nvPr/>
        </p:nvSpPr>
        <p:spPr>
          <a:xfrm>
            <a:off x="3078249" y="7514549"/>
            <a:ext cx="4451347" cy="1313784"/>
          </a:xfrm>
          <a:prstGeom prst="rect">
            <a:avLst/>
          </a:prstGeom>
          <a:solidFill>
            <a:srgbClr val="926A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91A1E77-F4F2-2CAA-D1BB-720F81C243AE}"/>
              </a:ext>
            </a:extLst>
          </p:cNvPr>
          <p:cNvGrpSpPr/>
          <p:nvPr/>
        </p:nvGrpSpPr>
        <p:grpSpPr>
          <a:xfrm>
            <a:off x="3278281" y="795102"/>
            <a:ext cx="6287335" cy="3727607"/>
            <a:chOff x="2391873" y="0"/>
            <a:chExt cx="6287335" cy="3727607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71DE43F-810C-0829-6615-18B88A9AA31A}"/>
                </a:ext>
              </a:extLst>
            </p:cNvPr>
            <p:cNvGrpSpPr/>
            <p:nvPr/>
          </p:nvGrpSpPr>
          <p:grpSpPr>
            <a:xfrm>
              <a:off x="2391873" y="0"/>
              <a:ext cx="6287335" cy="3727607"/>
              <a:chOff x="2478689" y="158966"/>
              <a:chExt cx="5492081" cy="3256122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AF78E63-32F2-14B0-7634-5353760BFED2}"/>
                  </a:ext>
                </a:extLst>
              </p:cNvPr>
              <p:cNvSpPr/>
              <p:nvPr/>
            </p:nvSpPr>
            <p:spPr>
              <a:xfrm>
                <a:off x="4338694" y="1951090"/>
                <a:ext cx="3632076" cy="1314466"/>
              </a:xfrm>
              <a:prstGeom prst="rect">
                <a:avLst/>
              </a:prstGeom>
              <a:solidFill>
                <a:srgbClr val="926A50"/>
              </a:solidFill>
              <a:ln>
                <a:noFill/>
              </a:ln>
              <a:scene3d>
                <a:camera prst="isometricOffAxis1Right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F586D7F-D6F2-9484-AB1D-5AE31C95032C}"/>
                  </a:ext>
                </a:extLst>
              </p:cNvPr>
              <p:cNvSpPr/>
              <p:nvPr/>
            </p:nvSpPr>
            <p:spPr>
              <a:xfrm>
                <a:off x="3724454" y="158966"/>
                <a:ext cx="3632303" cy="2853017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  <a:scene3d>
                <a:camera prst="isometricOffAxis1Top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AF2C9973-8BCB-1619-8DCE-716D8C939781}"/>
                  </a:ext>
                </a:extLst>
              </p:cNvPr>
              <p:cNvSpPr/>
              <p:nvPr/>
            </p:nvSpPr>
            <p:spPr>
              <a:xfrm>
                <a:off x="2478689" y="1799230"/>
                <a:ext cx="2852201" cy="1327045"/>
              </a:xfrm>
              <a:prstGeom prst="rect">
                <a:avLst/>
              </a:prstGeom>
              <a:solidFill>
                <a:srgbClr val="90674E"/>
              </a:solidFill>
              <a:ln>
                <a:noFill/>
              </a:ln>
              <a:scene3d>
                <a:camera prst="isometricOffAxis1Left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pic>
            <p:nvPicPr>
              <p:cNvPr id="33" name="Picture 4">
                <a:extLst>
                  <a:ext uri="{FF2B5EF4-FFF2-40B4-BE49-F238E27FC236}">
                    <a16:creationId xmlns:a16="http://schemas.microsoft.com/office/drawing/2014/main" id="{EF43F535-924D-9CCE-3F0B-059D9963440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0000" l="9167" r="90000">
                            <a14:foregroundMark x1="44167" y1="39722" x2="47222" y2="40278"/>
                            <a14:foregroundMark x1="9167" y1="36389" x2="9722" y2="41944"/>
                            <a14:foregroundMark x1="89444" y1="66111" x2="88889" y2="7055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70885" y="2100622"/>
                <a:ext cx="1314466" cy="1314466"/>
              </a:xfrm>
              <a:prstGeom prst="rect">
                <a:avLst/>
              </a:prstGeom>
              <a:noFill/>
              <a:scene3d>
                <a:camera prst="isometricOffAxis1Left"/>
                <a:lightRig rig="threePt" dir="t"/>
              </a:scene3d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29" name="Picture 24" descr="Yuasa YBX3063 12V Car Battery Inc Free Delivery | MDS Battery">
              <a:extLst>
                <a:ext uri="{FF2B5EF4-FFF2-40B4-BE49-F238E27FC236}">
                  <a16:creationId xmlns:a16="http://schemas.microsoft.com/office/drawing/2014/main" id="{6925E27E-5394-446E-C659-D6F1C58B9A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3874" b="90000" l="8250" r="91750">
                          <a14:foregroundMark x1="8333" y1="21351" x2="19750" y2="81802"/>
                          <a14:foregroundMark x1="19750" y1="81802" x2="73083" y2="79369"/>
                          <a14:foregroundMark x1="73083" y1="79369" x2="83583" y2="25586"/>
                          <a14:foregroundMark x1="83583" y1="25586" x2="21167" y2="12342"/>
                          <a14:foregroundMark x1="21167" y1="12342" x2="11083" y2="16216"/>
                          <a14:foregroundMark x1="87417" y1="31892" x2="80667" y2="83874"/>
                          <a14:foregroundMark x1="89750" y1="80991" x2="83667" y2="49730"/>
                          <a14:foregroundMark x1="91750" y1="26036" x2="89083" y2="77658"/>
                          <a14:foregroundMark x1="69917" y1="35856" x2="22000" y2="59189"/>
                          <a14:foregroundMark x1="22000" y1="59189" x2="27833" y2="76216"/>
                          <a14:foregroundMark x1="17750" y1="83153" x2="51750" y2="82793"/>
                          <a14:foregroundMark x1="21500" y1="77658" x2="21167" y2="39550"/>
                          <a14:foregroundMark x1="13750" y1="71532" x2="25500" y2="17297"/>
                          <a14:foregroundMark x1="16417" y1="16577" x2="59167" y2="9369"/>
                          <a14:foregroundMark x1="27167" y1="32973" x2="68917" y2="24955"/>
                          <a14:foregroundMark x1="21833" y1="34414" x2="59833" y2="37297"/>
                          <a14:foregroundMark x1="52083" y1="6396" x2="69583" y2="3874"/>
                          <a14:foregroundMark x1="78667" y1="13333" x2="73250" y2="38018"/>
                          <a14:foregroundMark x1="84667" y1="21712" x2="77667" y2="13694"/>
                          <a14:foregroundMark x1="55417" y1="51532" x2="56750" y2="71171"/>
                          <a14:foregroundMark x1="46000" y1="47838" x2="51750" y2="70450"/>
                          <a14:foregroundMark x1="47333" y1="65315" x2="41000" y2="73694"/>
                          <a14:foregroundMark x1="50750" y1="54775" x2="49750" y2="6099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33535" y="1030218"/>
              <a:ext cx="813983" cy="7529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74" name="Picture 2" descr="Quality Resistivity/IP meter - SAS1000 - Guideline Geo">
              <a:extLst>
                <a:ext uri="{FF2B5EF4-FFF2-40B4-BE49-F238E27FC236}">
                  <a16:creationId xmlns:a16="http://schemas.microsoft.com/office/drawing/2014/main" id="{9F1BB31C-23FA-B673-C49B-81AC9931F6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460210" flipV="1">
              <a:off x="5399006" y="1034577"/>
              <a:ext cx="1095668" cy="7823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B83A35DD-846A-CE01-EF3D-D056BF0296FF}"/>
                </a:ext>
              </a:extLst>
            </p:cNvPr>
            <p:cNvCxnSpPr>
              <a:cxnSpLocks/>
            </p:cNvCxnSpPr>
            <p:nvPr/>
          </p:nvCxnSpPr>
          <p:spPr>
            <a:xfrm>
              <a:off x="5080452" y="2264569"/>
              <a:ext cx="0" cy="316706"/>
            </a:xfrm>
            <a:prstGeom prst="line">
              <a:avLst/>
            </a:prstGeom>
            <a:ln w="57150">
              <a:solidFill>
                <a:srgbClr val="16B6CC"/>
              </a:solidFill>
            </a:ln>
            <a:scene3d>
              <a:camera prst="isometricOffAxis1Right"/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838C8A7C-6295-2FC9-A2FC-C6FEF5EC399E}"/>
                </a:ext>
              </a:extLst>
            </p:cNvPr>
            <p:cNvCxnSpPr>
              <a:cxnSpLocks/>
            </p:cNvCxnSpPr>
            <p:nvPr/>
          </p:nvCxnSpPr>
          <p:spPr>
            <a:xfrm>
              <a:off x="6397284" y="2051623"/>
              <a:ext cx="0" cy="282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scene3d>
              <a:camera prst="isometricOffAxis1Right"/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99CFB809-2D96-3C48-D7FF-F1FDA1B37931}"/>
                </a:ext>
              </a:extLst>
            </p:cNvPr>
            <p:cNvCxnSpPr>
              <a:cxnSpLocks/>
            </p:cNvCxnSpPr>
            <p:nvPr/>
          </p:nvCxnSpPr>
          <p:spPr>
            <a:xfrm>
              <a:off x="8164172" y="1783195"/>
              <a:ext cx="0" cy="316706"/>
            </a:xfrm>
            <a:prstGeom prst="line">
              <a:avLst/>
            </a:prstGeom>
            <a:ln w="57150">
              <a:solidFill>
                <a:srgbClr val="16B6CC"/>
              </a:solidFill>
            </a:ln>
            <a:scene3d>
              <a:camera prst="isometricOffAxis1Right"/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2" name="Straight Connector 3071">
              <a:extLst>
                <a:ext uri="{FF2B5EF4-FFF2-40B4-BE49-F238E27FC236}">
                  <a16:creationId xmlns:a16="http://schemas.microsoft.com/office/drawing/2014/main" id="{7E4E29A8-17A7-BDD4-BDA3-4FF6037447D6}"/>
                </a:ext>
              </a:extLst>
            </p:cNvPr>
            <p:cNvCxnSpPr>
              <a:cxnSpLocks/>
            </p:cNvCxnSpPr>
            <p:nvPr/>
          </p:nvCxnSpPr>
          <p:spPr>
            <a:xfrm>
              <a:off x="6844959" y="1983581"/>
              <a:ext cx="0" cy="280988"/>
            </a:xfrm>
            <a:prstGeom prst="line">
              <a:avLst/>
            </a:prstGeom>
            <a:ln w="38100">
              <a:solidFill>
                <a:srgbClr val="FF0000"/>
              </a:solidFill>
            </a:ln>
            <a:scene3d>
              <a:camera prst="isometricOffAxis1Right"/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73" name="TextBox 3072">
              <a:extLst>
                <a:ext uri="{FF2B5EF4-FFF2-40B4-BE49-F238E27FC236}">
                  <a16:creationId xmlns:a16="http://schemas.microsoft.com/office/drawing/2014/main" id="{9F8485C4-5353-C2C7-3B85-E04E15A15D16}"/>
                </a:ext>
              </a:extLst>
            </p:cNvPr>
            <p:cNvSpPr txBox="1"/>
            <p:nvPr/>
          </p:nvSpPr>
          <p:spPr>
            <a:xfrm>
              <a:off x="4864548" y="2531616"/>
              <a:ext cx="261935" cy="523220"/>
            </a:xfrm>
            <a:prstGeom prst="rect">
              <a:avLst/>
            </a:prstGeom>
            <a:noFill/>
            <a:ln w="12700">
              <a:noFill/>
            </a:ln>
            <a:scene3d>
              <a:camera prst="isometricOffAxis1Right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r>
                <a:rPr lang="en-GB" sz="2800" b="1" dirty="0">
                  <a:solidFill>
                    <a:schemeClr val="bg1"/>
                  </a:solidFill>
                  <a:latin typeface="Avenir Next LT Pro" panose="020B0504020202020204" pitchFamily="34" charset="0"/>
                </a:rPr>
                <a:t>A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797BE9C-3796-39F1-7012-60A7A8DD5925}"/>
                </a:ext>
              </a:extLst>
            </p:cNvPr>
            <p:cNvSpPr txBox="1"/>
            <p:nvPr/>
          </p:nvSpPr>
          <p:spPr>
            <a:xfrm>
              <a:off x="6146065" y="2334154"/>
              <a:ext cx="261935" cy="523220"/>
            </a:xfrm>
            <a:prstGeom prst="rect">
              <a:avLst/>
            </a:prstGeom>
            <a:noFill/>
            <a:ln w="12700">
              <a:noFill/>
            </a:ln>
            <a:scene3d>
              <a:camera prst="isometricOffAxis1Right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r>
                <a:rPr lang="en-GB" sz="2800" b="1" dirty="0">
                  <a:solidFill>
                    <a:schemeClr val="bg1"/>
                  </a:solidFill>
                  <a:latin typeface="Avenir Next LT Pro" panose="020B0504020202020204" pitchFamily="34" charset="0"/>
                </a:rPr>
                <a:t>M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235E0E6-0F19-45FD-4A53-D571C6EBEC3F}"/>
                </a:ext>
              </a:extLst>
            </p:cNvPr>
            <p:cNvSpPr txBox="1"/>
            <p:nvPr/>
          </p:nvSpPr>
          <p:spPr>
            <a:xfrm>
              <a:off x="6617778" y="2269426"/>
              <a:ext cx="261935" cy="523220"/>
            </a:xfrm>
            <a:prstGeom prst="rect">
              <a:avLst/>
            </a:prstGeom>
            <a:noFill/>
            <a:ln w="12700">
              <a:noFill/>
            </a:ln>
            <a:scene3d>
              <a:camera prst="isometricOffAxis1Right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r>
                <a:rPr lang="en-GB" sz="2800" b="1" dirty="0">
                  <a:solidFill>
                    <a:schemeClr val="bg1"/>
                  </a:solidFill>
                  <a:latin typeface="Avenir Next LT Pro" panose="020B0504020202020204" pitchFamily="34" charset="0"/>
                </a:rPr>
                <a:t>N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DC995A5-026D-73FF-33B4-3F72CF61E178}"/>
                </a:ext>
              </a:extLst>
            </p:cNvPr>
            <p:cNvSpPr txBox="1"/>
            <p:nvPr/>
          </p:nvSpPr>
          <p:spPr>
            <a:xfrm>
              <a:off x="7979807" y="2061475"/>
              <a:ext cx="261935" cy="523220"/>
            </a:xfrm>
            <a:prstGeom prst="rect">
              <a:avLst/>
            </a:prstGeom>
            <a:noFill/>
            <a:ln w="12700">
              <a:noFill/>
            </a:ln>
            <a:scene3d>
              <a:camera prst="isometricOffAxis1Right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r>
                <a:rPr lang="en-GB" sz="2800" b="1" dirty="0">
                  <a:solidFill>
                    <a:schemeClr val="bg1"/>
                  </a:solidFill>
                  <a:latin typeface="Avenir Next LT Pro" panose="020B0504020202020204" pitchFamily="34" charset="0"/>
                </a:rPr>
                <a:t>B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075" name="Ink 3074">
                  <a:extLst>
                    <a:ext uri="{FF2B5EF4-FFF2-40B4-BE49-F238E27FC236}">
                      <a16:creationId xmlns:a16="http://schemas.microsoft.com/office/drawing/2014/main" id="{531CF749-F2C7-98B5-8ECA-E83C066C5CAC}"/>
                    </a:ext>
                  </a:extLst>
                </p14:cNvPr>
                <p14:cNvContentPartPr/>
                <p14:nvPr/>
              </p14:nvContentPartPr>
              <p14:xfrm>
                <a:off x="5057790" y="1718906"/>
                <a:ext cx="919080" cy="517680"/>
              </p14:xfrm>
            </p:contentPart>
          </mc:Choice>
          <mc:Fallback xmlns="">
            <p:pic>
              <p:nvPicPr>
                <p:cNvPr id="3075" name="Ink 3074">
                  <a:extLst>
                    <a:ext uri="{FF2B5EF4-FFF2-40B4-BE49-F238E27FC236}">
                      <a16:creationId xmlns:a16="http://schemas.microsoft.com/office/drawing/2014/main" id="{531CF749-F2C7-98B5-8ECA-E83C066C5CA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039790" y="1700893"/>
                  <a:ext cx="954720" cy="55334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081" name="Ink 3080">
                  <a:extLst>
                    <a:ext uri="{FF2B5EF4-FFF2-40B4-BE49-F238E27FC236}">
                      <a16:creationId xmlns:a16="http://schemas.microsoft.com/office/drawing/2014/main" id="{30DDE310-8BA5-3232-59FD-6461965C9379}"/>
                    </a:ext>
                  </a:extLst>
                </p14:cNvPr>
                <p14:cNvContentPartPr/>
                <p14:nvPr/>
              </p14:nvContentPartPr>
              <p14:xfrm>
                <a:off x="6171990" y="1654826"/>
                <a:ext cx="1989360" cy="204120"/>
              </p14:xfrm>
            </p:contentPart>
          </mc:Choice>
          <mc:Fallback xmlns="">
            <p:pic>
              <p:nvPicPr>
                <p:cNvPr id="3081" name="Ink 3080">
                  <a:extLst>
                    <a:ext uri="{FF2B5EF4-FFF2-40B4-BE49-F238E27FC236}">
                      <a16:creationId xmlns:a16="http://schemas.microsoft.com/office/drawing/2014/main" id="{30DDE310-8BA5-3232-59FD-6461965C937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153990" y="1636826"/>
                  <a:ext cx="20250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087" name="Ink 3086">
                  <a:extLst>
                    <a:ext uri="{FF2B5EF4-FFF2-40B4-BE49-F238E27FC236}">
                      <a16:creationId xmlns:a16="http://schemas.microsoft.com/office/drawing/2014/main" id="{04FD268A-66A6-3732-9E71-C094032A2DCE}"/>
                    </a:ext>
                  </a:extLst>
                </p14:cNvPr>
                <p14:cNvContentPartPr/>
                <p14:nvPr/>
              </p14:nvContentPartPr>
              <p14:xfrm>
                <a:off x="5063910" y="2247746"/>
                <a:ext cx="32760" cy="48240"/>
              </p14:xfrm>
            </p:contentPart>
          </mc:Choice>
          <mc:Fallback xmlns="">
            <p:pic>
              <p:nvPicPr>
                <p:cNvPr id="3087" name="Ink 3086">
                  <a:extLst>
                    <a:ext uri="{FF2B5EF4-FFF2-40B4-BE49-F238E27FC236}">
                      <a16:creationId xmlns:a16="http://schemas.microsoft.com/office/drawing/2014/main" id="{04FD268A-66A6-3732-9E71-C094032A2DC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045910" y="2229879"/>
                  <a:ext cx="68400" cy="83616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3089" name="Group 3088">
              <a:extLst>
                <a:ext uri="{FF2B5EF4-FFF2-40B4-BE49-F238E27FC236}">
                  <a16:creationId xmlns:a16="http://schemas.microsoft.com/office/drawing/2014/main" id="{20063D3F-7FA3-90CE-EEEB-AED49134C36B}"/>
                </a:ext>
              </a:extLst>
            </p:cNvPr>
            <p:cNvGrpSpPr/>
            <p:nvPr/>
          </p:nvGrpSpPr>
          <p:grpSpPr>
            <a:xfrm>
              <a:off x="6031590" y="1695146"/>
              <a:ext cx="823680" cy="403200"/>
              <a:chOff x="6031590" y="1695146"/>
              <a:chExt cx="823680" cy="4032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3">
                <p14:nvContentPartPr>
                  <p14:cNvPr id="3076" name="Ink 3075">
                    <a:extLst>
                      <a:ext uri="{FF2B5EF4-FFF2-40B4-BE49-F238E27FC236}">
                        <a16:creationId xmlns:a16="http://schemas.microsoft.com/office/drawing/2014/main" id="{ABBD529C-644E-5DD1-8651-8AC419455F4E}"/>
                      </a:ext>
                    </a:extLst>
                  </p14:cNvPr>
                  <p14:cNvContentPartPr/>
                  <p14:nvPr/>
                </p14:nvContentPartPr>
                <p14:xfrm>
                  <a:off x="6031590" y="1712066"/>
                  <a:ext cx="369000" cy="371160"/>
                </p14:xfrm>
              </p:contentPart>
            </mc:Choice>
            <mc:Fallback xmlns="">
              <p:pic>
                <p:nvPicPr>
                  <p:cNvPr id="3076" name="Ink 3075">
                    <a:extLst>
                      <a:ext uri="{FF2B5EF4-FFF2-40B4-BE49-F238E27FC236}">
                        <a16:creationId xmlns:a16="http://schemas.microsoft.com/office/drawing/2014/main" id="{ABBD529C-644E-5DD1-8651-8AC419455F4E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6013590" y="1694066"/>
                    <a:ext cx="404640" cy="406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">
                <p14:nvContentPartPr>
                  <p14:cNvPr id="3077" name="Ink 3076">
                    <a:extLst>
                      <a:ext uri="{FF2B5EF4-FFF2-40B4-BE49-F238E27FC236}">
                        <a16:creationId xmlns:a16="http://schemas.microsoft.com/office/drawing/2014/main" id="{AA2E25B7-9441-470B-0929-BDBE80E7178A}"/>
                      </a:ext>
                    </a:extLst>
                  </p14:cNvPr>
                  <p14:cNvContentPartPr/>
                  <p14:nvPr/>
                </p14:nvContentPartPr>
                <p14:xfrm>
                  <a:off x="6112590" y="1695146"/>
                  <a:ext cx="680400" cy="269640"/>
                </p14:xfrm>
              </p:contentPart>
            </mc:Choice>
            <mc:Fallback xmlns="">
              <p:pic>
                <p:nvPicPr>
                  <p:cNvPr id="3077" name="Ink 3076">
                    <a:extLst>
                      <a:ext uri="{FF2B5EF4-FFF2-40B4-BE49-F238E27FC236}">
                        <a16:creationId xmlns:a16="http://schemas.microsoft.com/office/drawing/2014/main" id="{AA2E25B7-9441-470B-0929-BDBE80E7178A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6094590" y="1677506"/>
                    <a:ext cx="716040" cy="305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">
                <p14:nvContentPartPr>
                  <p14:cNvPr id="3083" name="Ink 3082">
                    <a:extLst>
                      <a:ext uri="{FF2B5EF4-FFF2-40B4-BE49-F238E27FC236}">
                        <a16:creationId xmlns:a16="http://schemas.microsoft.com/office/drawing/2014/main" id="{19F5F4AC-1C3D-CEB2-E840-1B3791F82738}"/>
                      </a:ext>
                    </a:extLst>
                  </p14:cNvPr>
                  <p14:cNvContentPartPr/>
                  <p14:nvPr/>
                </p14:nvContentPartPr>
                <p14:xfrm>
                  <a:off x="6791190" y="1961906"/>
                  <a:ext cx="42480" cy="41400"/>
                </p14:xfrm>
              </p:contentPart>
            </mc:Choice>
            <mc:Fallback xmlns="">
              <p:pic>
                <p:nvPicPr>
                  <p:cNvPr id="3083" name="Ink 3082">
                    <a:extLst>
                      <a:ext uri="{FF2B5EF4-FFF2-40B4-BE49-F238E27FC236}">
                        <a16:creationId xmlns:a16="http://schemas.microsoft.com/office/drawing/2014/main" id="{19F5F4AC-1C3D-CEB2-E840-1B3791F82738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6773190" y="1944266"/>
                    <a:ext cx="78120" cy="77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">
                <p14:nvContentPartPr>
                  <p14:cNvPr id="3085" name="Ink 3084">
                    <a:extLst>
                      <a:ext uri="{FF2B5EF4-FFF2-40B4-BE49-F238E27FC236}">
                        <a16:creationId xmlns:a16="http://schemas.microsoft.com/office/drawing/2014/main" id="{4EFE332E-93A3-1666-AD34-FCBC52932698}"/>
                      </a:ext>
                    </a:extLst>
                  </p14:cNvPr>
                  <p14:cNvContentPartPr/>
                  <p14:nvPr/>
                </p14:nvContentPartPr>
                <p14:xfrm>
                  <a:off x="6841230" y="1990346"/>
                  <a:ext cx="14040" cy="16200"/>
                </p14:xfrm>
              </p:contentPart>
            </mc:Choice>
            <mc:Fallback xmlns="">
              <p:pic>
                <p:nvPicPr>
                  <p:cNvPr id="3085" name="Ink 3084">
                    <a:extLst>
                      <a:ext uri="{FF2B5EF4-FFF2-40B4-BE49-F238E27FC236}">
                        <a16:creationId xmlns:a16="http://schemas.microsoft.com/office/drawing/2014/main" id="{4EFE332E-93A3-1666-AD34-FCBC52932698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6823230" y="1972706"/>
                    <a:ext cx="49680" cy="51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1">
                <p14:nvContentPartPr>
                  <p14:cNvPr id="3088" name="Ink 3087">
                    <a:extLst>
                      <a:ext uri="{FF2B5EF4-FFF2-40B4-BE49-F238E27FC236}">
                        <a16:creationId xmlns:a16="http://schemas.microsoft.com/office/drawing/2014/main" id="{DCDAA392-F7C5-3F49-CF30-322DCF0D01A8}"/>
                      </a:ext>
                    </a:extLst>
                  </p14:cNvPr>
                  <p14:cNvContentPartPr/>
                  <p14:nvPr/>
                </p14:nvContentPartPr>
                <p14:xfrm>
                  <a:off x="6391230" y="2082506"/>
                  <a:ext cx="25920" cy="15840"/>
                </p14:xfrm>
              </p:contentPart>
            </mc:Choice>
            <mc:Fallback xmlns="">
              <p:pic>
                <p:nvPicPr>
                  <p:cNvPr id="3088" name="Ink 3087">
                    <a:extLst>
                      <a:ext uri="{FF2B5EF4-FFF2-40B4-BE49-F238E27FC236}">
                        <a16:creationId xmlns:a16="http://schemas.microsoft.com/office/drawing/2014/main" id="{DCDAA392-F7C5-3F49-CF30-322DCF0D01A8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6373230" y="2064506"/>
                    <a:ext cx="61560" cy="5148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090" name="Ink 3089">
                  <a:extLst>
                    <a:ext uri="{FF2B5EF4-FFF2-40B4-BE49-F238E27FC236}">
                      <a16:creationId xmlns:a16="http://schemas.microsoft.com/office/drawing/2014/main" id="{FE84BE56-9D30-1289-17B3-EA1799AB58A2}"/>
                    </a:ext>
                  </a:extLst>
                </p14:cNvPr>
                <p14:cNvContentPartPr/>
                <p14:nvPr/>
              </p14:nvContentPartPr>
              <p14:xfrm>
                <a:off x="8155950" y="1792706"/>
                <a:ext cx="25560" cy="37800"/>
              </p14:xfrm>
            </p:contentPart>
          </mc:Choice>
          <mc:Fallback xmlns="">
            <p:pic>
              <p:nvPicPr>
                <p:cNvPr id="3090" name="Ink 3089">
                  <a:extLst>
                    <a:ext uri="{FF2B5EF4-FFF2-40B4-BE49-F238E27FC236}">
                      <a16:creationId xmlns:a16="http://schemas.microsoft.com/office/drawing/2014/main" id="{FE84BE56-9D30-1289-17B3-EA1799AB58A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137950" y="1774706"/>
                  <a:ext cx="612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092" name="Ink 3091">
                  <a:extLst>
                    <a:ext uri="{FF2B5EF4-FFF2-40B4-BE49-F238E27FC236}">
                      <a16:creationId xmlns:a16="http://schemas.microsoft.com/office/drawing/2014/main" id="{B526D92F-84E1-FF65-8B2B-98BA7BFE8C3C}"/>
                    </a:ext>
                  </a:extLst>
                </p14:cNvPr>
                <p14:cNvContentPartPr/>
                <p14:nvPr/>
              </p14:nvContentPartPr>
              <p14:xfrm>
                <a:off x="4552710" y="988736"/>
                <a:ext cx="1192680" cy="211320"/>
              </p14:xfrm>
            </p:contentPart>
          </mc:Choice>
          <mc:Fallback xmlns="">
            <p:pic>
              <p:nvPicPr>
                <p:cNvPr id="3092" name="Ink 3091">
                  <a:extLst>
                    <a:ext uri="{FF2B5EF4-FFF2-40B4-BE49-F238E27FC236}">
                      <a16:creationId xmlns:a16="http://schemas.microsoft.com/office/drawing/2014/main" id="{B526D92F-84E1-FF65-8B2B-98BA7BFE8C3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534710" y="970736"/>
                  <a:ext cx="122832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095" name="Ink 3094">
                  <a:extLst>
                    <a:ext uri="{FF2B5EF4-FFF2-40B4-BE49-F238E27FC236}">
                      <a16:creationId xmlns:a16="http://schemas.microsoft.com/office/drawing/2014/main" id="{0D704834-7F43-615F-2058-E3ADE44D9467}"/>
                    </a:ext>
                  </a:extLst>
                </p14:cNvPr>
                <p14:cNvContentPartPr/>
                <p14:nvPr/>
              </p14:nvContentPartPr>
              <p14:xfrm>
                <a:off x="5007390" y="1048856"/>
                <a:ext cx="669240" cy="104760"/>
              </p14:xfrm>
            </p:contentPart>
          </mc:Choice>
          <mc:Fallback xmlns="">
            <p:pic>
              <p:nvPicPr>
                <p:cNvPr id="3095" name="Ink 3094">
                  <a:extLst>
                    <a:ext uri="{FF2B5EF4-FFF2-40B4-BE49-F238E27FC236}">
                      <a16:creationId xmlns:a16="http://schemas.microsoft.com/office/drawing/2014/main" id="{0D704834-7F43-615F-2058-E3ADE44D946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989390" y="1030856"/>
                  <a:ext cx="704880" cy="140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19889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A150A3A5-8F37-233D-C5CC-A21CEC1774C7}"/>
              </a:ext>
            </a:extLst>
          </p:cNvPr>
          <p:cNvGrpSpPr/>
          <p:nvPr/>
        </p:nvGrpSpPr>
        <p:grpSpPr>
          <a:xfrm>
            <a:off x="1051778" y="1233428"/>
            <a:ext cx="8380565" cy="3764604"/>
            <a:chOff x="1536970" y="1186775"/>
            <a:chExt cx="8380565" cy="3764604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E6A26906-F199-50BF-5FA8-977AB2199C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98" t="31233" r="41436" b="20266"/>
            <a:stretch/>
          </p:blipFill>
          <p:spPr>
            <a:xfrm>
              <a:off x="1536970" y="1186775"/>
              <a:ext cx="8380565" cy="3764604"/>
            </a:xfrm>
            <a:prstGeom prst="rect">
              <a:avLst/>
            </a:prstGeom>
          </p:spPr>
        </p:pic>
        <p:pic>
          <p:nvPicPr>
            <p:cNvPr id="38" name="Picture 4">
              <a:extLst>
                <a:ext uri="{FF2B5EF4-FFF2-40B4-BE49-F238E27FC236}">
                  <a16:creationId xmlns:a16="http://schemas.microsoft.com/office/drawing/2014/main" id="{1D0C82DB-A480-DBD7-B32C-818100BC600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2781"/>
            <a:stretch/>
          </p:blipFill>
          <p:spPr bwMode="auto">
            <a:xfrm>
              <a:off x="4153711" y="2412082"/>
              <a:ext cx="1682885" cy="19361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7042137F-E097-2DB4-A4F3-80F2D277D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4183" y="2315503"/>
            <a:ext cx="2201694" cy="1847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0057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7F6138-EF68-0125-CEAC-E703A9691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0648" y="3706510"/>
            <a:ext cx="6240643" cy="31514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25B054-726D-F6E4-8EE1-B859977722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6298" y="2100184"/>
            <a:ext cx="2089342" cy="1226038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9BE8C3-67D1-C622-C74C-8426F266E594}"/>
              </a:ext>
            </a:extLst>
          </p:cNvPr>
          <p:cNvCxnSpPr/>
          <p:nvPr/>
        </p:nvCxnSpPr>
        <p:spPr>
          <a:xfrm>
            <a:off x="3817620" y="1384935"/>
            <a:ext cx="0" cy="685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8F8D5EE-A3C7-A126-0060-16DB2DE73546}"/>
              </a:ext>
            </a:extLst>
          </p:cNvPr>
          <p:cNvCxnSpPr/>
          <p:nvPr/>
        </p:nvCxnSpPr>
        <p:spPr>
          <a:xfrm>
            <a:off x="4000500" y="1384935"/>
            <a:ext cx="0" cy="685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474D6CA-20DC-8005-DFC7-98D7ADA1936C}"/>
              </a:ext>
            </a:extLst>
          </p:cNvPr>
          <p:cNvCxnSpPr>
            <a:cxnSpLocks/>
          </p:cNvCxnSpPr>
          <p:nvPr/>
        </p:nvCxnSpPr>
        <p:spPr>
          <a:xfrm>
            <a:off x="3916680" y="1576548"/>
            <a:ext cx="0" cy="30257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5B9019E-1609-B8A6-891B-9BAD09C67907}"/>
              </a:ext>
            </a:extLst>
          </p:cNvPr>
          <p:cNvCxnSpPr>
            <a:cxnSpLocks/>
          </p:cNvCxnSpPr>
          <p:nvPr/>
        </p:nvCxnSpPr>
        <p:spPr>
          <a:xfrm>
            <a:off x="4091940" y="1576548"/>
            <a:ext cx="0" cy="30257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B85DE0C-23E3-9ABF-70BB-150E6628D39D}"/>
              </a:ext>
            </a:extLst>
          </p:cNvPr>
          <p:cNvCxnSpPr>
            <a:cxnSpLocks/>
          </p:cNvCxnSpPr>
          <p:nvPr/>
        </p:nvCxnSpPr>
        <p:spPr>
          <a:xfrm flipH="1">
            <a:off x="2049780" y="1727834"/>
            <a:ext cx="17678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0ECF78F-47A0-8765-5FE9-46B2DF187BE6}"/>
              </a:ext>
            </a:extLst>
          </p:cNvPr>
          <p:cNvCxnSpPr>
            <a:cxnSpLocks/>
          </p:cNvCxnSpPr>
          <p:nvPr/>
        </p:nvCxnSpPr>
        <p:spPr>
          <a:xfrm flipV="1">
            <a:off x="2049780" y="1727834"/>
            <a:ext cx="0" cy="10911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A9735D6-38AC-9584-5F21-FE42418A052C}"/>
              </a:ext>
            </a:extLst>
          </p:cNvPr>
          <p:cNvGrpSpPr/>
          <p:nvPr/>
        </p:nvGrpSpPr>
        <p:grpSpPr>
          <a:xfrm>
            <a:off x="1961671" y="2818940"/>
            <a:ext cx="176215" cy="579600"/>
            <a:chOff x="1961671" y="2818940"/>
            <a:chExt cx="176215" cy="579600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C25D807-D2D7-4F15-EF59-B0508D0E20A3}"/>
                </a:ext>
              </a:extLst>
            </p:cNvPr>
            <p:cNvCxnSpPr/>
            <p:nvPr/>
          </p:nvCxnSpPr>
          <p:spPr>
            <a:xfrm>
              <a:off x="1961671" y="2937740"/>
              <a:ext cx="176213" cy="9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4CE8934-70F8-07D3-5927-125B969B21AB}"/>
                </a:ext>
              </a:extLst>
            </p:cNvPr>
            <p:cNvCxnSpPr>
              <a:cxnSpLocks/>
            </p:cNvCxnSpPr>
            <p:nvPr/>
          </p:nvCxnSpPr>
          <p:spPr>
            <a:xfrm>
              <a:off x="2049779" y="2818940"/>
              <a:ext cx="88107" cy="468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0EC6B45-C87B-4667-0AE4-1647067923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61671" y="2865740"/>
              <a:ext cx="176213" cy="72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6038429-E15D-750D-DFD5-F3DD895898BE}"/>
                </a:ext>
              </a:extLst>
            </p:cNvPr>
            <p:cNvCxnSpPr>
              <a:cxnSpLocks/>
            </p:cNvCxnSpPr>
            <p:nvPr/>
          </p:nvCxnSpPr>
          <p:spPr>
            <a:xfrm>
              <a:off x="1961671" y="3099740"/>
              <a:ext cx="176213" cy="9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852A40E-BA9B-CC31-CF7C-7E3F461EF8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61671" y="3027740"/>
              <a:ext cx="176213" cy="72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5C39848-F9DD-483D-C668-85D0ECEEF8DB}"/>
                </a:ext>
              </a:extLst>
            </p:cNvPr>
            <p:cNvCxnSpPr/>
            <p:nvPr/>
          </p:nvCxnSpPr>
          <p:spPr>
            <a:xfrm>
              <a:off x="1961671" y="3261740"/>
              <a:ext cx="176213" cy="9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4F354F2-EB83-E76A-6E87-333E3DCE2D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61671" y="3189740"/>
              <a:ext cx="176213" cy="72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06E2B36-E9D3-3ED8-E0C6-5CFC606141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44933" y="3351740"/>
              <a:ext cx="88107" cy="468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22ABF3A-C957-4E12-102C-1309CCE539C2}"/>
              </a:ext>
            </a:extLst>
          </p:cNvPr>
          <p:cNvCxnSpPr>
            <a:cxnSpLocks/>
          </p:cNvCxnSpPr>
          <p:nvPr/>
        </p:nvCxnSpPr>
        <p:spPr>
          <a:xfrm flipV="1">
            <a:off x="2044933" y="3398540"/>
            <a:ext cx="0" cy="3079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27B56AB-3B27-B7BA-643D-718012A1A64A}"/>
              </a:ext>
            </a:extLst>
          </p:cNvPr>
          <p:cNvCxnSpPr>
            <a:cxnSpLocks/>
          </p:cNvCxnSpPr>
          <p:nvPr/>
        </p:nvCxnSpPr>
        <p:spPr>
          <a:xfrm flipH="1">
            <a:off x="2044933" y="3706510"/>
            <a:ext cx="21725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80CB36F-9474-D964-3EB8-364AC2DD8E7E}"/>
              </a:ext>
            </a:extLst>
          </p:cNvPr>
          <p:cNvGrpSpPr/>
          <p:nvPr/>
        </p:nvGrpSpPr>
        <p:grpSpPr>
          <a:xfrm rot="16200000">
            <a:off x="2463881" y="3416709"/>
            <a:ext cx="176215" cy="579600"/>
            <a:chOff x="1961671" y="2818940"/>
            <a:chExt cx="176215" cy="579600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347E9D3-0BF9-5E39-02C6-1C6B71AB821B}"/>
                </a:ext>
              </a:extLst>
            </p:cNvPr>
            <p:cNvCxnSpPr/>
            <p:nvPr/>
          </p:nvCxnSpPr>
          <p:spPr>
            <a:xfrm>
              <a:off x="1961671" y="2937740"/>
              <a:ext cx="176213" cy="9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C0F9D34E-1913-81EF-6AE5-9E48D51FF888}"/>
                </a:ext>
              </a:extLst>
            </p:cNvPr>
            <p:cNvCxnSpPr>
              <a:cxnSpLocks/>
            </p:cNvCxnSpPr>
            <p:nvPr/>
          </p:nvCxnSpPr>
          <p:spPr>
            <a:xfrm>
              <a:off x="2049779" y="2818940"/>
              <a:ext cx="88107" cy="468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38FAD5B-3548-BBCC-9701-6AD5DE5A04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61671" y="2865740"/>
              <a:ext cx="176213" cy="72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6BAAA3A-C65E-14A1-C9F7-303E6E453CCA}"/>
                </a:ext>
              </a:extLst>
            </p:cNvPr>
            <p:cNvCxnSpPr>
              <a:cxnSpLocks/>
            </p:cNvCxnSpPr>
            <p:nvPr/>
          </p:nvCxnSpPr>
          <p:spPr>
            <a:xfrm>
              <a:off x="1961671" y="3099740"/>
              <a:ext cx="176213" cy="9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F997CBFE-F9ED-2E41-D691-7F15DE652E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61671" y="3027740"/>
              <a:ext cx="176213" cy="72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6091B5DB-9034-4765-0E3D-08A74DF747FF}"/>
                </a:ext>
              </a:extLst>
            </p:cNvPr>
            <p:cNvCxnSpPr/>
            <p:nvPr/>
          </p:nvCxnSpPr>
          <p:spPr>
            <a:xfrm>
              <a:off x="1961671" y="3261740"/>
              <a:ext cx="176213" cy="9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54E39E2-615E-5205-F5C4-5465B808D6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61671" y="3189740"/>
              <a:ext cx="176213" cy="72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138FCEC-F736-33DC-E2B5-11D70C8C7D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44933" y="3351740"/>
              <a:ext cx="88107" cy="468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1D61770-13AA-9B8B-1CFB-82029093F46F}"/>
              </a:ext>
            </a:extLst>
          </p:cNvPr>
          <p:cNvCxnSpPr>
            <a:cxnSpLocks/>
          </p:cNvCxnSpPr>
          <p:nvPr/>
        </p:nvCxnSpPr>
        <p:spPr>
          <a:xfrm flipH="1">
            <a:off x="2841789" y="3712556"/>
            <a:ext cx="78832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DEFA3AF-65A0-0DD5-0AA5-DBC8B6775253}"/>
              </a:ext>
            </a:extLst>
          </p:cNvPr>
          <p:cNvGrpSpPr/>
          <p:nvPr/>
        </p:nvGrpSpPr>
        <p:grpSpPr>
          <a:xfrm>
            <a:off x="3009421" y="2828681"/>
            <a:ext cx="176215" cy="579600"/>
            <a:chOff x="1961671" y="2818940"/>
            <a:chExt cx="176215" cy="579600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1A78978D-FC99-7269-6EE8-BA668D8CF92F}"/>
                </a:ext>
              </a:extLst>
            </p:cNvPr>
            <p:cNvCxnSpPr/>
            <p:nvPr/>
          </p:nvCxnSpPr>
          <p:spPr>
            <a:xfrm>
              <a:off x="1961671" y="2937740"/>
              <a:ext cx="176213" cy="9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491D2AA2-1BD2-B32A-3F54-2BA9F9D14630}"/>
                </a:ext>
              </a:extLst>
            </p:cNvPr>
            <p:cNvCxnSpPr>
              <a:cxnSpLocks/>
            </p:cNvCxnSpPr>
            <p:nvPr/>
          </p:nvCxnSpPr>
          <p:spPr>
            <a:xfrm>
              <a:off x="2049779" y="2818940"/>
              <a:ext cx="88107" cy="468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0F888BB5-DA93-1B62-CE82-D5EC126F88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61671" y="2865740"/>
              <a:ext cx="176213" cy="72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714840E3-82C2-2015-D851-B91E8A1E4BBB}"/>
                </a:ext>
              </a:extLst>
            </p:cNvPr>
            <p:cNvCxnSpPr>
              <a:cxnSpLocks/>
            </p:cNvCxnSpPr>
            <p:nvPr/>
          </p:nvCxnSpPr>
          <p:spPr>
            <a:xfrm>
              <a:off x="1961671" y="3099740"/>
              <a:ext cx="176213" cy="9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9A888E7-4FD4-3CA5-49A5-1786BE6164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61671" y="3027740"/>
              <a:ext cx="176213" cy="72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3B126999-C1B5-DBF8-A18D-0632DEBAABC7}"/>
                </a:ext>
              </a:extLst>
            </p:cNvPr>
            <p:cNvCxnSpPr/>
            <p:nvPr/>
          </p:nvCxnSpPr>
          <p:spPr>
            <a:xfrm>
              <a:off x="1961671" y="3261740"/>
              <a:ext cx="176213" cy="9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1361CF57-E330-9FEA-3D8A-966ED65705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61671" y="3189740"/>
              <a:ext cx="176213" cy="72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5E33B74A-FAE7-A762-D1F0-CB2F595A47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44933" y="3351740"/>
              <a:ext cx="88107" cy="468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88B6812-99DA-FEF5-94A4-F29046220861}"/>
              </a:ext>
            </a:extLst>
          </p:cNvPr>
          <p:cNvCxnSpPr>
            <a:cxnSpLocks/>
          </p:cNvCxnSpPr>
          <p:nvPr/>
        </p:nvCxnSpPr>
        <p:spPr>
          <a:xfrm flipV="1">
            <a:off x="3092683" y="3408281"/>
            <a:ext cx="0" cy="3079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6" name="Group 85">
            <a:extLst>
              <a:ext uri="{FF2B5EF4-FFF2-40B4-BE49-F238E27FC236}">
                <a16:creationId xmlns:a16="http://schemas.microsoft.com/office/drawing/2014/main" id="{2CCF2A2C-D836-4BFE-F3F5-7FBBE5CAF5B3}"/>
              </a:ext>
            </a:extLst>
          </p:cNvPr>
          <p:cNvGrpSpPr/>
          <p:nvPr/>
        </p:nvGrpSpPr>
        <p:grpSpPr>
          <a:xfrm>
            <a:off x="4625408" y="2838422"/>
            <a:ext cx="176215" cy="579600"/>
            <a:chOff x="1961671" y="2818940"/>
            <a:chExt cx="176215" cy="579600"/>
          </a:xfrm>
        </p:grpSpPr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A1B4575B-D634-6B9F-3F10-FFE397F792DD}"/>
                </a:ext>
              </a:extLst>
            </p:cNvPr>
            <p:cNvCxnSpPr/>
            <p:nvPr/>
          </p:nvCxnSpPr>
          <p:spPr>
            <a:xfrm>
              <a:off x="1961671" y="2937740"/>
              <a:ext cx="176213" cy="9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E1A8395C-7B12-B021-1504-E28E48D12C5D}"/>
                </a:ext>
              </a:extLst>
            </p:cNvPr>
            <p:cNvCxnSpPr>
              <a:cxnSpLocks/>
            </p:cNvCxnSpPr>
            <p:nvPr/>
          </p:nvCxnSpPr>
          <p:spPr>
            <a:xfrm>
              <a:off x="2049779" y="2818940"/>
              <a:ext cx="88107" cy="468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6B1E765D-8755-04FA-7C26-DFC3AEBFE2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61671" y="2865740"/>
              <a:ext cx="176213" cy="72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9A5E2BB3-2267-112B-E31F-D2B977990CB7}"/>
                </a:ext>
              </a:extLst>
            </p:cNvPr>
            <p:cNvCxnSpPr>
              <a:cxnSpLocks/>
            </p:cNvCxnSpPr>
            <p:nvPr/>
          </p:nvCxnSpPr>
          <p:spPr>
            <a:xfrm>
              <a:off x="1961671" y="3099740"/>
              <a:ext cx="176213" cy="9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69C2638A-F231-82EB-60A9-898A7E8E6A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61671" y="3027740"/>
              <a:ext cx="176213" cy="72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343DA449-1D2B-A3D0-20E1-BA4A0403AB0D}"/>
                </a:ext>
              </a:extLst>
            </p:cNvPr>
            <p:cNvCxnSpPr/>
            <p:nvPr/>
          </p:nvCxnSpPr>
          <p:spPr>
            <a:xfrm>
              <a:off x="1961671" y="3261740"/>
              <a:ext cx="176213" cy="9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EE10B460-BAAD-5C59-8D10-841CC55730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61671" y="3189740"/>
              <a:ext cx="176213" cy="72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3989FDE0-F177-5A2B-7340-FCC0E062FD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44933" y="3351740"/>
              <a:ext cx="88107" cy="468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3BE2B5BE-647D-9E2B-2296-4A937C6816AE}"/>
              </a:ext>
            </a:extLst>
          </p:cNvPr>
          <p:cNvCxnSpPr>
            <a:cxnSpLocks/>
          </p:cNvCxnSpPr>
          <p:nvPr/>
        </p:nvCxnSpPr>
        <p:spPr>
          <a:xfrm flipV="1">
            <a:off x="4707765" y="3408281"/>
            <a:ext cx="0" cy="3079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FFA5E16C-2746-16B8-D0A5-6AFD00DBBDEC}"/>
              </a:ext>
            </a:extLst>
          </p:cNvPr>
          <p:cNvCxnSpPr>
            <a:cxnSpLocks/>
          </p:cNvCxnSpPr>
          <p:nvPr/>
        </p:nvCxnSpPr>
        <p:spPr>
          <a:xfrm flipH="1">
            <a:off x="4707765" y="3716251"/>
            <a:ext cx="21725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Group 96">
            <a:extLst>
              <a:ext uri="{FF2B5EF4-FFF2-40B4-BE49-F238E27FC236}">
                <a16:creationId xmlns:a16="http://schemas.microsoft.com/office/drawing/2014/main" id="{BE79F127-D326-A2BB-28A6-16868E5FD1F5}"/>
              </a:ext>
            </a:extLst>
          </p:cNvPr>
          <p:cNvGrpSpPr/>
          <p:nvPr/>
        </p:nvGrpSpPr>
        <p:grpSpPr>
          <a:xfrm rot="16200000">
            <a:off x="5126713" y="3426450"/>
            <a:ext cx="176215" cy="579600"/>
            <a:chOff x="1961671" y="2818940"/>
            <a:chExt cx="176215" cy="579600"/>
          </a:xfrm>
        </p:grpSpPr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46884BCD-9A2E-0D33-28F5-A51CE73807BB}"/>
                </a:ext>
              </a:extLst>
            </p:cNvPr>
            <p:cNvCxnSpPr/>
            <p:nvPr/>
          </p:nvCxnSpPr>
          <p:spPr>
            <a:xfrm>
              <a:off x="1961671" y="2937740"/>
              <a:ext cx="176213" cy="9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95FC970B-A9F1-87FC-3696-84FC14CCE65B}"/>
                </a:ext>
              </a:extLst>
            </p:cNvPr>
            <p:cNvCxnSpPr>
              <a:cxnSpLocks/>
            </p:cNvCxnSpPr>
            <p:nvPr/>
          </p:nvCxnSpPr>
          <p:spPr>
            <a:xfrm>
              <a:off x="2049779" y="2818940"/>
              <a:ext cx="88107" cy="468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C2319084-A8C6-7C86-7574-6E3D9DAAD6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61671" y="2865740"/>
              <a:ext cx="176213" cy="72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5C68C5DB-277B-B0AA-1100-FC1951E30C9E}"/>
                </a:ext>
              </a:extLst>
            </p:cNvPr>
            <p:cNvCxnSpPr>
              <a:cxnSpLocks/>
            </p:cNvCxnSpPr>
            <p:nvPr/>
          </p:nvCxnSpPr>
          <p:spPr>
            <a:xfrm>
              <a:off x="1961671" y="3099740"/>
              <a:ext cx="176213" cy="9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69727E8C-CFBE-507E-2601-880C47519B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61671" y="3027740"/>
              <a:ext cx="176213" cy="72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BB8F9B43-0948-28CF-DA1A-9AC8366ED83F}"/>
                </a:ext>
              </a:extLst>
            </p:cNvPr>
            <p:cNvCxnSpPr/>
            <p:nvPr/>
          </p:nvCxnSpPr>
          <p:spPr>
            <a:xfrm>
              <a:off x="1961671" y="3261740"/>
              <a:ext cx="176213" cy="9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77686CFA-A7A6-D8F3-9D02-06AB653BB9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61671" y="3189740"/>
              <a:ext cx="176213" cy="72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266AC509-5163-A1B0-E87C-E39AAAC550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44933" y="3351740"/>
              <a:ext cx="88107" cy="468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A6025785-C5D8-B0FD-24E5-48F9E2C2018A}"/>
              </a:ext>
            </a:extLst>
          </p:cNvPr>
          <p:cNvGrpSpPr/>
          <p:nvPr/>
        </p:nvGrpSpPr>
        <p:grpSpPr>
          <a:xfrm>
            <a:off x="5672253" y="2838422"/>
            <a:ext cx="176215" cy="579600"/>
            <a:chOff x="1961671" y="2818940"/>
            <a:chExt cx="176215" cy="579600"/>
          </a:xfrm>
        </p:grpSpPr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BDBF0BEF-A6B4-EF33-8478-70458C186D23}"/>
                </a:ext>
              </a:extLst>
            </p:cNvPr>
            <p:cNvCxnSpPr/>
            <p:nvPr/>
          </p:nvCxnSpPr>
          <p:spPr>
            <a:xfrm>
              <a:off x="1961671" y="2937740"/>
              <a:ext cx="176213" cy="9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652DFB18-6FCA-A035-A30E-A60FFF6A90C5}"/>
                </a:ext>
              </a:extLst>
            </p:cNvPr>
            <p:cNvCxnSpPr>
              <a:cxnSpLocks/>
            </p:cNvCxnSpPr>
            <p:nvPr/>
          </p:nvCxnSpPr>
          <p:spPr>
            <a:xfrm>
              <a:off x="2049779" y="2818940"/>
              <a:ext cx="88107" cy="468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FF8CABBC-7261-54D3-5046-0FED719F84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61671" y="2865740"/>
              <a:ext cx="176213" cy="72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E52141E3-339F-4B86-2D7C-21A886B2F592}"/>
                </a:ext>
              </a:extLst>
            </p:cNvPr>
            <p:cNvCxnSpPr>
              <a:cxnSpLocks/>
            </p:cNvCxnSpPr>
            <p:nvPr/>
          </p:nvCxnSpPr>
          <p:spPr>
            <a:xfrm>
              <a:off x="1961671" y="3099740"/>
              <a:ext cx="176213" cy="9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8F69976D-8F6D-508A-64BE-9291E9017E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61671" y="3027740"/>
              <a:ext cx="176213" cy="72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F5B3CE63-BC1D-2719-A21D-9E19556431A2}"/>
                </a:ext>
              </a:extLst>
            </p:cNvPr>
            <p:cNvCxnSpPr/>
            <p:nvPr/>
          </p:nvCxnSpPr>
          <p:spPr>
            <a:xfrm>
              <a:off x="1961671" y="3261740"/>
              <a:ext cx="176213" cy="9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A2104E3A-643C-E5CB-7A1C-5EF944094F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61671" y="3189740"/>
              <a:ext cx="176213" cy="72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33C7B5B1-D715-1673-DFE6-46AF6E196E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44933" y="3351740"/>
              <a:ext cx="88107" cy="468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56DFCBAD-9207-FDB1-A526-26828962695D}"/>
              </a:ext>
            </a:extLst>
          </p:cNvPr>
          <p:cNvCxnSpPr>
            <a:cxnSpLocks/>
          </p:cNvCxnSpPr>
          <p:nvPr/>
        </p:nvCxnSpPr>
        <p:spPr>
          <a:xfrm flipV="1">
            <a:off x="5755515" y="3418022"/>
            <a:ext cx="0" cy="3079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3B2ADE80-76D2-C3E8-770E-EC84CCC242EC}"/>
              </a:ext>
            </a:extLst>
          </p:cNvPr>
          <p:cNvGrpSpPr/>
          <p:nvPr/>
        </p:nvGrpSpPr>
        <p:grpSpPr>
          <a:xfrm rot="16200000">
            <a:off x="3831804" y="3426450"/>
            <a:ext cx="176215" cy="579600"/>
            <a:chOff x="1961671" y="2818940"/>
            <a:chExt cx="176215" cy="579600"/>
          </a:xfrm>
        </p:grpSpPr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F5DBA340-32B2-459B-F91B-3D5CB5740977}"/>
                </a:ext>
              </a:extLst>
            </p:cNvPr>
            <p:cNvCxnSpPr/>
            <p:nvPr/>
          </p:nvCxnSpPr>
          <p:spPr>
            <a:xfrm>
              <a:off x="1961671" y="2937740"/>
              <a:ext cx="176213" cy="9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1625ED87-5CA0-EA7B-B1C1-46E3BA0F123F}"/>
                </a:ext>
              </a:extLst>
            </p:cNvPr>
            <p:cNvCxnSpPr>
              <a:cxnSpLocks/>
            </p:cNvCxnSpPr>
            <p:nvPr/>
          </p:nvCxnSpPr>
          <p:spPr>
            <a:xfrm>
              <a:off x="2049779" y="2818940"/>
              <a:ext cx="88107" cy="468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209F177B-7F16-D8BF-F9F6-4107C29EDE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61671" y="2865740"/>
              <a:ext cx="176213" cy="72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B4C774BE-3003-526F-4AE5-C938287377DA}"/>
                </a:ext>
              </a:extLst>
            </p:cNvPr>
            <p:cNvCxnSpPr>
              <a:cxnSpLocks/>
            </p:cNvCxnSpPr>
            <p:nvPr/>
          </p:nvCxnSpPr>
          <p:spPr>
            <a:xfrm>
              <a:off x="1961671" y="3099740"/>
              <a:ext cx="176213" cy="9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0F699F5C-0AA9-0C0C-1C80-EE9DAAEDF4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61671" y="3027740"/>
              <a:ext cx="176213" cy="72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AA7C585B-05FA-9D08-2D0E-17FAF85B1E28}"/>
                </a:ext>
              </a:extLst>
            </p:cNvPr>
            <p:cNvCxnSpPr/>
            <p:nvPr/>
          </p:nvCxnSpPr>
          <p:spPr>
            <a:xfrm>
              <a:off x="1961671" y="3261740"/>
              <a:ext cx="176213" cy="9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F1FE9599-0D45-394B-0830-932D4CFE73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61671" y="3189740"/>
              <a:ext cx="176213" cy="72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C4F4E426-7975-9968-E8E7-87E03133B3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44933" y="3351740"/>
              <a:ext cx="88107" cy="468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9F649F6F-238D-A2E7-5052-173BDA996818}"/>
              </a:ext>
            </a:extLst>
          </p:cNvPr>
          <p:cNvCxnSpPr>
            <a:cxnSpLocks/>
          </p:cNvCxnSpPr>
          <p:nvPr/>
        </p:nvCxnSpPr>
        <p:spPr>
          <a:xfrm flipH="1">
            <a:off x="4209712" y="3713840"/>
            <a:ext cx="49805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9A5FFC50-D770-5195-4B8C-E676708BBB02}"/>
              </a:ext>
            </a:extLst>
          </p:cNvPr>
          <p:cNvCxnSpPr>
            <a:cxnSpLocks/>
          </p:cNvCxnSpPr>
          <p:nvPr/>
        </p:nvCxnSpPr>
        <p:spPr>
          <a:xfrm flipH="1">
            <a:off x="5504621" y="3727143"/>
            <a:ext cx="25089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Oval 130">
            <a:extLst>
              <a:ext uri="{FF2B5EF4-FFF2-40B4-BE49-F238E27FC236}">
                <a16:creationId xmlns:a16="http://schemas.microsoft.com/office/drawing/2014/main" id="{A1B3AFF5-5059-503D-798C-49F92F378A91}"/>
              </a:ext>
            </a:extLst>
          </p:cNvPr>
          <p:cNvSpPr/>
          <p:nvPr/>
        </p:nvSpPr>
        <p:spPr>
          <a:xfrm>
            <a:off x="5026715" y="1488691"/>
            <a:ext cx="478286" cy="47828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  <a:latin typeface="Avenir Next LT Pro" panose="020B0504020202020204" pitchFamily="34" charset="0"/>
              </a:rPr>
              <a:t>A</a:t>
            </a:r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02578A3D-4183-D4FF-2513-9163EA31D9DD}"/>
              </a:ext>
            </a:extLst>
          </p:cNvPr>
          <p:cNvCxnSpPr>
            <a:cxnSpLocks/>
            <a:stCxn id="131" idx="2"/>
          </p:cNvCxnSpPr>
          <p:nvPr/>
        </p:nvCxnSpPr>
        <p:spPr>
          <a:xfrm flipH="1">
            <a:off x="4091940" y="1727834"/>
            <a:ext cx="93477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96CD670E-EC6A-829D-69C3-738F75F4DADF}"/>
              </a:ext>
            </a:extLst>
          </p:cNvPr>
          <p:cNvCxnSpPr>
            <a:cxnSpLocks/>
          </p:cNvCxnSpPr>
          <p:nvPr/>
        </p:nvCxnSpPr>
        <p:spPr>
          <a:xfrm>
            <a:off x="5755515" y="2009775"/>
            <a:ext cx="0" cy="8423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5411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8CD7EC-14AC-2E8D-C302-CA10D8F8C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591" y="330875"/>
            <a:ext cx="8030817" cy="41684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CFC21D-CA24-A363-0D97-B28B19E9840C}"/>
              </a:ext>
            </a:extLst>
          </p:cNvPr>
          <p:cNvSpPr txBox="1"/>
          <p:nvPr/>
        </p:nvSpPr>
        <p:spPr>
          <a:xfrm>
            <a:off x="5068956" y="4737653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Extra sneaky highlights = 2950 words for TFS part 1</a:t>
            </a:r>
          </a:p>
        </p:txBody>
      </p:sp>
    </p:spTree>
    <p:extLst>
      <p:ext uri="{BB962C8B-B14F-4D97-AF65-F5344CB8AC3E}">
        <p14:creationId xmlns:p14="http://schemas.microsoft.com/office/powerpoint/2010/main" val="1242899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roup 111">
            <a:extLst>
              <a:ext uri="{FF2B5EF4-FFF2-40B4-BE49-F238E27FC236}">
                <a16:creationId xmlns:a16="http://schemas.microsoft.com/office/drawing/2014/main" id="{345D535E-0D99-FEE4-493F-3CA6AAE9D401}"/>
              </a:ext>
            </a:extLst>
          </p:cNvPr>
          <p:cNvGrpSpPr/>
          <p:nvPr/>
        </p:nvGrpSpPr>
        <p:grpSpPr>
          <a:xfrm>
            <a:off x="576459" y="-340607"/>
            <a:ext cx="10271831" cy="5512469"/>
            <a:chOff x="576459" y="-340607"/>
            <a:chExt cx="10271831" cy="5512469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2B97DC0-D6B0-11BA-5888-86D9CEAEEB64}"/>
                </a:ext>
              </a:extLst>
            </p:cNvPr>
            <p:cNvGrpSpPr/>
            <p:nvPr/>
          </p:nvGrpSpPr>
          <p:grpSpPr>
            <a:xfrm>
              <a:off x="3399575" y="549653"/>
              <a:ext cx="4596324" cy="4419515"/>
              <a:chOff x="810043" y="691443"/>
              <a:chExt cx="4596324" cy="4419515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F2F0772-1C66-5BEF-BAC3-CEE95FB71CF4}"/>
                  </a:ext>
                </a:extLst>
              </p:cNvPr>
              <p:cNvSpPr/>
              <p:nvPr/>
            </p:nvSpPr>
            <p:spPr>
              <a:xfrm>
                <a:off x="844552" y="2292120"/>
                <a:ext cx="4451347" cy="2495780"/>
              </a:xfrm>
              <a:prstGeom prst="rect">
                <a:avLst/>
              </a:prstGeom>
              <a:solidFill>
                <a:srgbClr val="926A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754E87E-124D-F61D-22D3-E360F8288A65}"/>
                  </a:ext>
                </a:extLst>
              </p:cNvPr>
              <p:cNvSpPr/>
              <p:nvPr/>
            </p:nvSpPr>
            <p:spPr>
              <a:xfrm>
                <a:off x="844552" y="691443"/>
                <a:ext cx="4451347" cy="1755195"/>
              </a:xfrm>
              <a:prstGeom prst="rect">
                <a:avLst/>
              </a:prstGeom>
              <a:solidFill>
                <a:srgbClr val="E8FAF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B54F8CF5-6A8C-D32A-0C0C-186656CAC7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4552" y="2446638"/>
                <a:ext cx="4451347" cy="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5CBD32DD-FE3F-9663-3ACA-C91D88F840B2}"/>
                  </a:ext>
                </a:extLst>
              </p:cNvPr>
              <p:cNvCxnSpPr/>
              <p:nvPr/>
            </p:nvCxnSpPr>
            <p:spPr>
              <a:xfrm flipV="1">
                <a:off x="1575487" y="1692876"/>
                <a:ext cx="0" cy="753762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9864FCCD-A39F-269A-D8B7-3C143F59285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50706" y="1692876"/>
                <a:ext cx="1613" cy="753762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1AFB427A-61F3-BFEB-90CC-8AEE82580C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79108" y="1692876"/>
                <a:ext cx="1370791" cy="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6711EBCF-4BDB-4E31-1480-DEFD2C6FBAD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79108" y="1618735"/>
                <a:ext cx="0" cy="148281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58E9AFA6-B0CB-D43B-5521-121BEB71306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20412" y="1521619"/>
                <a:ext cx="0" cy="346489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8F93426A-AA5A-A9DC-5FCE-B51ABB142AD8}"/>
                  </a:ext>
                </a:extLst>
              </p:cNvPr>
              <p:cNvCxnSpPr>
                <a:cxnSpLocks/>
                <a:endCxn id="14" idx="2"/>
              </p:cNvCxnSpPr>
              <p:nvPr/>
            </p:nvCxnSpPr>
            <p:spPr>
              <a:xfrm>
                <a:off x="1574586" y="1692875"/>
                <a:ext cx="1223937" cy="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75E678C6-40DD-443F-75A5-3DA67BB58ADC}"/>
                  </a:ext>
                </a:extLst>
              </p:cNvPr>
              <p:cNvSpPr/>
              <p:nvPr/>
            </p:nvSpPr>
            <p:spPr>
              <a:xfrm>
                <a:off x="2798523" y="1561906"/>
                <a:ext cx="261937" cy="261937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  <a:latin typeface="Avenir Next LT Pro" panose="020B0504020202020204" pitchFamily="34" charset="0"/>
                  </a:rPr>
                  <a:t>A</a:t>
                </a: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0011EE8B-028A-B2F3-7F75-136ACACD398C}"/>
                  </a:ext>
                </a:extLst>
              </p:cNvPr>
              <p:cNvCxnSpPr>
                <a:cxnSpLocks/>
                <a:stCxn id="14" idx="6"/>
              </p:cNvCxnSpPr>
              <p:nvPr/>
            </p:nvCxnSpPr>
            <p:spPr>
              <a:xfrm flipV="1">
                <a:off x="3060460" y="1692874"/>
                <a:ext cx="159952" cy="1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86FDBBA7-0999-00BC-2FFE-D4D6E854485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74037" y="2143897"/>
                <a:ext cx="0" cy="302741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205F9890-DB2B-1179-9258-DE361E2F8EE9}"/>
                  </a:ext>
                </a:extLst>
              </p:cNvPr>
              <p:cNvSpPr/>
              <p:nvPr/>
            </p:nvSpPr>
            <p:spPr>
              <a:xfrm>
                <a:off x="2958475" y="2012928"/>
                <a:ext cx="261937" cy="261937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  <a:latin typeface="Avenir Next LT Pro" panose="020B0504020202020204" pitchFamily="34" charset="0"/>
                  </a:rPr>
                  <a:t>V</a:t>
                </a:r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10E0C0B2-39E9-65CD-08D1-F83FAD793154}"/>
                  </a:ext>
                </a:extLst>
              </p:cNvPr>
              <p:cNvCxnSpPr>
                <a:cxnSpLocks/>
                <a:endCxn id="17" idx="2"/>
              </p:cNvCxnSpPr>
              <p:nvPr/>
            </p:nvCxnSpPr>
            <p:spPr>
              <a:xfrm>
                <a:off x="2674037" y="2143897"/>
                <a:ext cx="284438" cy="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305C089F-5040-9789-56F6-FE54FAFE00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20412" y="2143897"/>
                <a:ext cx="284438" cy="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FD31623F-1788-30C2-111D-820642C8FDE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04850" y="2143897"/>
                <a:ext cx="0" cy="302741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A1E39ED-8AB4-01BA-8D77-D4B5EC0F45C4}"/>
                  </a:ext>
                </a:extLst>
              </p:cNvPr>
              <p:cNvSpPr txBox="1"/>
              <p:nvPr/>
            </p:nvSpPr>
            <p:spPr>
              <a:xfrm>
                <a:off x="1329502" y="2201046"/>
                <a:ext cx="367614" cy="30777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>
                    <a:latin typeface="Avenir Next LT Pro" panose="020B0504020202020204" pitchFamily="34" charset="0"/>
                  </a:rPr>
                  <a:t>A</a:t>
                </a:r>
                <a:endParaRPr lang="en-GB" dirty="0">
                  <a:latin typeface="Avenir Next LT Pro" panose="020B0504020202020204" pitchFamily="34" charset="0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72473EF-D606-D176-70DA-2904FE9252DA}"/>
                  </a:ext>
                </a:extLst>
              </p:cNvPr>
              <p:cNvSpPr txBox="1"/>
              <p:nvPr/>
            </p:nvSpPr>
            <p:spPr>
              <a:xfrm>
                <a:off x="2392243" y="2201046"/>
                <a:ext cx="367614" cy="30777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>
                    <a:latin typeface="Avenir Next LT Pro" panose="020B0504020202020204" pitchFamily="34" charset="0"/>
                  </a:rPr>
                  <a:t>M</a:t>
                </a:r>
                <a:endParaRPr lang="en-GB" dirty="0">
                  <a:latin typeface="Avenir Next LT Pro" panose="020B0504020202020204" pitchFamily="34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FDFC32A-FC43-A5EF-92AE-71C7BAF54039}"/>
                  </a:ext>
                </a:extLst>
              </p:cNvPr>
              <p:cNvSpPr txBox="1"/>
              <p:nvPr/>
            </p:nvSpPr>
            <p:spPr>
              <a:xfrm>
                <a:off x="3452279" y="2201046"/>
                <a:ext cx="367614" cy="30777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>
                    <a:latin typeface="Avenir Next LT Pro" panose="020B0504020202020204" pitchFamily="34" charset="0"/>
                  </a:rPr>
                  <a:t>N</a:t>
                </a:r>
                <a:endParaRPr lang="en-GB" dirty="0">
                  <a:latin typeface="Avenir Next LT Pro" panose="020B0504020202020204" pitchFamily="34" charset="0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EBF4754-050D-E67F-4344-D5A070F9B33C}"/>
                  </a:ext>
                </a:extLst>
              </p:cNvPr>
              <p:cNvSpPr txBox="1"/>
              <p:nvPr/>
            </p:nvSpPr>
            <p:spPr>
              <a:xfrm>
                <a:off x="4598935" y="2201045"/>
                <a:ext cx="36761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>
                    <a:latin typeface="Avenir Next LT Pro" panose="020B0504020202020204" pitchFamily="34" charset="0"/>
                  </a:rPr>
                  <a:t>B</a:t>
                </a:r>
                <a:endParaRPr lang="en-GB" dirty="0">
                  <a:latin typeface="Avenir Next LT Pro" panose="020B0504020202020204" pitchFamily="34" charset="0"/>
                </a:endParaRPr>
              </a:p>
            </p:txBody>
          </p: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79B149DD-E74F-5B7B-C253-E4A8565B773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74586" y="2446638"/>
                <a:ext cx="0" cy="285176"/>
              </a:xfrm>
              <a:prstGeom prst="line">
                <a:avLst/>
              </a:prstGeom>
              <a:ln w="38100">
                <a:solidFill>
                  <a:srgbClr val="33CC33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8DAA024-FEEB-03A6-D4E4-14093D50411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649899" y="2446638"/>
                <a:ext cx="0" cy="285176"/>
              </a:xfrm>
              <a:prstGeom prst="line">
                <a:avLst/>
              </a:prstGeom>
              <a:ln w="38100">
                <a:solidFill>
                  <a:srgbClr val="33CC33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5840C6E8-C262-462E-DEE3-585D5388AB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74037" y="2446638"/>
                <a:ext cx="0" cy="182262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73D413DD-1126-15F8-69EF-38DC9290761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04850" y="2446638"/>
                <a:ext cx="0" cy="182262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29" name="Picture 4">
                <a:extLst>
                  <a:ext uri="{FF2B5EF4-FFF2-40B4-BE49-F238E27FC236}">
                    <a16:creationId xmlns:a16="http://schemas.microsoft.com/office/drawing/2014/main" id="{7A64D06E-F8CB-1DAA-D35D-20FFC24C414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alphaModFix amt="70000"/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0000" l="9167" r="90000">
                            <a14:foregroundMark x1="44167" y1="39722" x2="47222" y2="40278"/>
                            <a14:foregroundMark x1="9167" y1="36389" x2="9722" y2="41944"/>
                            <a14:foregroundMark x1="89444" y1="66111" x2="88889" y2="7055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87438">
                <a:off x="3571940" y="3276531"/>
                <a:ext cx="1834427" cy="183442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1784C92B-D017-F6B8-5B95-378BC8F0876F}"/>
                  </a:ext>
                </a:extLst>
              </p:cNvPr>
              <p:cNvSpPr txBox="1"/>
              <p:nvPr/>
            </p:nvSpPr>
            <p:spPr>
              <a:xfrm>
                <a:off x="837673" y="3702907"/>
                <a:ext cx="993551" cy="230832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900" dirty="0">
                    <a:solidFill>
                      <a:schemeClr val="bg1"/>
                    </a:solidFill>
                    <a:latin typeface="Avenir Next LT Pro" panose="020B0504020202020204" pitchFamily="34" charset="0"/>
                  </a:rPr>
                  <a:t>Current Flow</a:t>
                </a:r>
                <a:endParaRPr lang="en-GB" sz="1050" dirty="0">
                  <a:solidFill>
                    <a:schemeClr val="bg1"/>
                  </a:solidFill>
                  <a:latin typeface="Avenir Next LT Pro" panose="020B0504020202020204" pitchFamily="34" charset="0"/>
                </a:endParaRP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2999C7C4-0400-81AB-7F9C-6474A8F363D8}"/>
                  </a:ext>
                </a:extLst>
              </p:cNvPr>
              <p:cNvSpPr txBox="1"/>
              <p:nvPr/>
            </p:nvSpPr>
            <p:spPr>
              <a:xfrm>
                <a:off x="810043" y="4294062"/>
                <a:ext cx="993551" cy="230832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900" dirty="0">
                    <a:solidFill>
                      <a:schemeClr val="bg1"/>
                    </a:solidFill>
                    <a:latin typeface="Avenir Next LT Pro" panose="020B0504020202020204" pitchFamily="34" charset="0"/>
                  </a:rPr>
                  <a:t>Equipotential</a:t>
                </a:r>
                <a:endParaRPr lang="en-GB" sz="1050" dirty="0">
                  <a:solidFill>
                    <a:schemeClr val="bg1"/>
                  </a:solidFill>
                  <a:latin typeface="Avenir Next LT Pro" panose="020B0504020202020204" pitchFamily="34" charset="0"/>
                </a:endParaRPr>
              </a:p>
            </p:txBody>
          </p:sp>
        </p:grp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3572829-0C1E-A76F-A263-CD39A63C9D0E}"/>
                </a:ext>
              </a:extLst>
            </p:cNvPr>
            <p:cNvSpPr/>
            <p:nvPr/>
          </p:nvSpPr>
          <p:spPr>
            <a:xfrm>
              <a:off x="4143331" y="2306320"/>
              <a:ext cx="3100749" cy="411480"/>
            </a:xfrm>
            <a:custGeom>
              <a:avLst/>
              <a:gdLst>
                <a:gd name="connsiteX0" fmla="*/ 0 w 3042920"/>
                <a:gd name="connsiteY0" fmla="*/ 10160 h 411480"/>
                <a:gd name="connsiteX1" fmla="*/ 96520 w 3042920"/>
                <a:gd name="connsiteY1" fmla="*/ 132080 h 411480"/>
                <a:gd name="connsiteX2" fmla="*/ 314960 w 3042920"/>
                <a:gd name="connsiteY2" fmla="*/ 233680 h 411480"/>
                <a:gd name="connsiteX3" fmla="*/ 675640 w 3042920"/>
                <a:gd name="connsiteY3" fmla="*/ 335280 h 411480"/>
                <a:gd name="connsiteX4" fmla="*/ 1087120 w 3042920"/>
                <a:gd name="connsiteY4" fmla="*/ 391160 h 411480"/>
                <a:gd name="connsiteX5" fmla="*/ 1539240 w 3042920"/>
                <a:gd name="connsiteY5" fmla="*/ 411480 h 411480"/>
                <a:gd name="connsiteX6" fmla="*/ 1910080 w 3042920"/>
                <a:gd name="connsiteY6" fmla="*/ 391160 h 411480"/>
                <a:gd name="connsiteX7" fmla="*/ 2377440 w 3042920"/>
                <a:gd name="connsiteY7" fmla="*/ 330200 h 411480"/>
                <a:gd name="connsiteX8" fmla="*/ 2809240 w 3042920"/>
                <a:gd name="connsiteY8" fmla="*/ 203200 h 411480"/>
                <a:gd name="connsiteX9" fmla="*/ 3002280 w 3042920"/>
                <a:gd name="connsiteY9" fmla="*/ 76200 h 411480"/>
                <a:gd name="connsiteX10" fmla="*/ 3042920 w 3042920"/>
                <a:gd name="connsiteY10" fmla="*/ 0 h 411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42920" h="411480">
                  <a:moveTo>
                    <a:pt x="0" y="10160"/>
                  </a:moveTo>
                  <a:cubicBezTo>
                    <a:pt x="22013" y="52493"/>
                    <a:pt x="44027" y="94827"/>
                    <a:pt x="96520" y="132080"/>
                  </a:cubicBezTo>
                  <a:cubicBezTo>
                    <a:pt x="149013" y="169333"/>
                    <a:pt x="218440" y="199813"/>
                    <a:pt x="314960" y="233680"/>
                  </a:cubicBezTo>
                  <a:cubicBezTo>
                    <a:pt x="411480" y="267547"/>
                    <a:pt x="546947" y="309033"/>
                    <a:pt x="675640" y="335280"/>
                  </a:cubicBezTo>
                  <a:cubicBezTo>
                    <a:pt x="804333" y="361527"/>
                    <a:pt x="943187" y="378460"/>
                    <a:pt x="1087120" y="391160"/>
                  </a:cubicBezTo>
                  <a:cubicBezTo>
                    <a:pt x="1231053" y="403860"/>
                    <a:pt x="1402080" y="411480"/>
                    <a:pt x="1539240" y="411480"/>
                  </a:cubicBezTo>
                  <a:cubicBezTo>
                    <a:pt x="1676400" y="411480"/>
                    <a:pt x="1770380" y="404707"/>
                    <a:pt x="1910080" y="391160"/>
                  </a:cubicBezTo>
                  <a:cubicBezTo>
                    <a:pt x="2049780" y="377613"/>
                    <a:pt x="2227580" y="361527"/>
                    <a:pt x="2377440" y="330200"/>
                  </a:cubicBezTo>
                  <a:cubicBezTo>
                    <a:pt x="2527300" y="298873"/>
                    <a:pt x="2705100" y="245533"/>
                    <a:pt x="2809240" y="203200"/>
                  </a:cubicBezTo>
                  <a:cubicBezTo>
                    <a:pt x="2913380" y="160867"/>
                    <a:pt x="2963333" y="110067"/>
                    <a:pt x="3002280" y="76200"/>
                  </a:cubicBezTo>
                  <a:cubicBezTo>
                    <a:pt x="3041227" y="42333"/>
                    <a:pt x="3042073" y="21166"/>
                    <a:pt x="3042920" y="0"/>
                  </a:cubicBezTo>
                </a:path>
              </a:pathLst>
            </a:custGeom>
            <a:noFill/>
            <a:ln w="19050">
              <a:solidFill>
                <a:srgbClr val="FFFF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2BF35-B6B1-7A94-F88D-BF64B94A20F4}"/>
                </a:ext>
              </a:extLst>
            </p:cNvPr>
            <p:cNvSpPr/>
            <p:nvPr/>
          </p:nvSpPr>
          <p:spPr>
            <a:xfrm>
              <a:off x="4143331" y="2306320"/>
              <a:ext cx="3100749" cy="919758"/>
            </a:xfrm>
            <a:custGeom>
              <a:avLst/>
              <a:gdLst>
                <a:gd name="connsiteX0" fmla="*/ 0 w 3042920"/>
                <a:gd name="connsiteY0" fmla="*/ 0 h 919758"/>
                <a:gd name="connsiteX1" fmla="*/ 20320 w 3042920"/>
                <a:gd name="connsiteY1" fmla="*/ 137160 h 919758"/>
                <a:gd name="connsiteX2" fmla="*/ 96520 w 3042920"/>
                <a:gd name="connsiteY2" fmla="*/ 294640 h 919758"/>
                <a:gd name="connsiteX3" fmla="*/ 269240 w 3042920"/>
                <a:gd name="connsiteY3" fmla="*/ 513080 h 919758"/>
                <a:gd name="connsiteX4" fmla="*/ 589280 w 3042920"/>
                <a:gd name="connsiteY4" fmla="*/ 711200 h 919758"/>
                <a:gd name="connsiteX5" fmla="*/ 878840 w 3042920"/>
                <a:gd name="connsiteY5" fmla="*/ 822960 h 919758"/>
                <a:gd name="connsiteX6" fmla="*/ 1158240 w 3042920"/>
                <a:gd name="connsiteY6" fmla="*/ 889000 h 919758"/>
                <a:gd name="connsiteX7" fmla="*/ 1529080 w 3042920"/>
                <a:gd name="connsiteY7" fmla="*/ 919480 h 919758"/>
                <a:gd name="connsiteX8" fmla="*/ 1813560 w 3042920"/>
                <a:gd name="connsiteY8" fmla="*/ 899160 h 919758"/>
                <a:gd name="connsiteX9" fmla="*/ 2169160 w 3042920"/>
                <a:gd name="connsiteY9" fmla="*/ 822960 h 919758"/>
                <a:gd name="connsiteX10" fmla="*/ 2504440 w 3042920"/>
                <a:gd name="connsiteY10" fmla="*/ 690880 h 919758"/>
                <a:gd name="connsiteX11" fmla="*/ 2773680 w 3042920"/>
                <a:gd name="connsiteY11" fmla="*/ 513080 h 919758"/>
                <a:gd name="connsiteX12" fmla="*/ 2936240 w 3042920"/>
                <a:gd name="connsiteY12" fmla="*/ 309880 h 919758"/>
                <a:gd name="connsiteX13" fmla="*/ 3042920 w 3042920"/>
                <a:gd name="connsiteY13" fmla="*/ 10160 h 91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042920" h="919758">
                  <a:moveTo>
                    <a:pt x="0" y="0"/>
                  </a:moveTo>
                  <a:cubicBezTo>
                    <a:pt x="2116" y="44026"/>
                    <a:pt x="4233" y="88053"/>
                    <a:pt x="20320" y="137160"/>
                  </a:cubicBezTo>
                  <a:cubicBezTo>
                    <a:pt x="36407" y="186267"/>
                    <a:pt x="55033" y="231987"/>
                    <a:pt x="96520" y="294640"/>
                  </a:cubicBezTo>
                  <a:cubicBezTo>
                    <a:pt x="138007" y="357293"/>
                    <a:pt x="187113" y="443653"/>
                    <a:pt x="269240" y="513080"/>
                  </a:cubicBezTo>
                  <a:cubicBezTo>
                    <a:pt x="351367" y="582507"/>
                    <a:pt x="487680" y="659553"/>
                    <a:pt x="589280" y="711200"/>
                  </a:cubicBezTo>
                  <a:cubicBezTo>
                    <a:pt x="690880" y="762847"/>
                    <a:pt x="784013" y="793327"/>
                    <a:pt x="878840" y="822960"/>
                  </a:cubicBezTo>
                  <a:cubicBezTo>
                    <a:pt x="973667" y="852593"/>
                    <a:pt x="1049867" y="872913"/>
                    <a:pt x="1158240" y="889000"/>
                  </a:cubicBezTo>
                  <a:cubicBezTo>
                    <a:pt x="1266613" y="905087"/>
                    <a:pt x="1419860" y="917787"/>
                    <a:pt x="1529080" y="919480"/>
                  </a:cubicBezTo>
                  <a:cubicBezTo>
                    <a:pt x="1638300" y="921173"/>
                    <a:pt x="1706880" y="915247"/>
                    <a:pt x="1813560" y="899160"/>
                  </a:cubicBezTo>
                  <a:cubicBezTo>
                    <a:pt x="1920240" y="883073"/>
                    <a:pt x="2054013" y="857673"/>
                    <a:pt x="2169160" y="822960"/>
                  </a:cubicBezTo>
                  <a:cubicBezTo>
                    <a:pt x="2284307" y="788247"/>
                    <a:pt x="2403687" y="742527"/>
                    <a:pt x="2504440" y="690880"/>
                  </a:cubicBezTo>
                  <a:cubicBezTo>
                    <a:pt x="2605193" y="639233"/>
                    <a:pt x="2701713" y="576580"/>
                    <a:pt x="2773680" y="513080"/>
                  </a:cubicBezTo>
                  <a:cubicBezTo>
                    <a:pt x="2845647" y="449580"/>
                    <a:pt x="2891367" y="393700"/>
                    <a:pt x="2936240" y="309880"/>
                  </a:cubicBezTo>
                  <a:cubicBezTo>
                    <a:pt x="2981113" y="226060"/>
                    <a:pt x="3012016" y="118110"/>
                    <a:pt x="3042920" y="10160"/>
                  </a:cubicBezTo>
                </a:path>
              </a:pathLst>
            </a:custGeom>
            <a:noFill/>
            <a:ln w="19050">
              <a:solidFill>
                <a:srgbClr val="FFFF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88A582E-FA37-04FC-10D2-FFF5BE7E189C}"/>
                </a:ext>
              </a:extLst>
            </p:cNvPr>
            <p:cNvSpPr/>
            <p:nvPr/>
          </p:nvSpPr>
          <p:spPr>
            <a:xfrm>
              <a:off x="4153781" y="2316480"/>
              <a:ext cx="3085219" cy="625311"/>
            </a:xfrm>
            <a:custGeom>
              <a:avLst/>
              <a:gdLst>
                <a:gd name="connsiteX0" fmla="*/ 0 w 3027680"/>
                <a:gd name="connsiteY0" fmla="*/ 0 h 625311"/>
                <a:gd name="connsiteX1" fmla="*/ 45720 w 3027680"/>
                <a:gd name="connsiteY1" fmla="*/ 137160 h 625311"/>
                <a:gd name="connsiteX2" fmla="*/ 238760 w 3027680"/>
                <a:gd name="connsiteY2" fmla="*/ 325120 h 625311"/>
                <a:gd name="connsiteX3" fmla="*/ 563880 w 3027680"/>
                <a:gd name="connsiteY3" fmla="*/ 477520 h 625311"/>
                <a:gd name="connsiteX4" fmla="*/ 1021080 w 3027680"/>
                <a:gd name="connsiteY4" fmla="*/ 584200 h 625311"/>
                <a:gd name="connsiteX5" fmla="*/ 1478280 w 3027680"/>
                <a:gd name="connsiteY5" fmla="*/ 624840 h 625311"/>
                <a:gd name="connsiteX6" fmla="*/ 1854200 w 3027680"/>
                <a:gd name="connsiteY6" fmla="*/ 599440 h 625311"/>
                <a:gd name="connsiteX7" fmla="*/ 2392680 w 3027680"/>
                <a:gd name="connsiteY7" fmla="*/ 502920 h 625311"/>
                <a:gd name="connsiteX8" fmla="*/ 2768600 w 3027680"/>
                <a:gd name="connsiteY8" fmla="*/ 335280 h 625311"/>
                <a:gd name="connsiteX9" fmla="*/ 2961640 w 3027680"/>
                <a:gd name="connsiteY9" fmla="*/ 172720 h 625311"/>
                <a:gd name="connsiteX10" fmla="*/ 3027680 w 3027680"/>
                <a:gd name="connsiteY10" fmla="*/ 0 h 625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27680" h="625311">
                  <a:moveTo>
                    <a:pt x="0" y="0"/>
                  </a:moveTo>
                  <a:cubicBezTo>
                    <a:pt x="2963" y="41486"/>
                    <a:pt x="5927" y="82973"/>
                    <a:pt x="45720" y="137160"/>
                  </a:cubicBezTo>
                  <a:cubicBezTo>
                    <a:pt x="85513" y="191347"/>
                    <a:pt x="152400" y="268393"/>
                    <a:pt x="238760" y="325120"/>
                  </a:cubicBezTo>
                  <a:cubicBezTo>
                    <a:pt x="325120" y="381847"/>
                    <a:pt x="433493" y="434340"/>
                    <a:pt x="563880" y="477520"/>
                  </a:cubicBezTo>
                  <a:cubicBezTo>
                    <a:pt x="694267" y="520700"/>
                    <a:pt x="868680" y="559647"/>
                    <a:pt x="1021080" y="584200"/>
                  </a:cubicBezTo>
                  <a:cubicBezTo>
                    <a:pt x="1173480" y="608753"/>
                    <a:pt x="1339427" y="622300"/>
                    <a:pt x="1478280" y="624840"/>
                  </a:cubicBezTo>
                  <a:cubicBezTo>
                    <a:pt x="1617133" y="627380"/>
                    <a:pt x="1701800" y="619760"/>
                    <a:pt x="1854200" y="599440"/>
                  </a:cubicBezTo>
                  <a:cubicBezTo>
                    <a:pt x="2006600" y="579120"/>
                    <a:pt x="2240280" y="546947"/>
                    <a:pt x="2392680" y="502920"/>
                  </a:cubicBezTo>
                  <a:cubicBezTo>
                    <a:pt x="2545080" y="458893"/>
                    <a:pt x="2673774" y="390313"/>
                    <a:pt x="2768600" y="335280"/>
                  </a:cubicBezTo>
                  <a:cubicBezTo>
                    <a:pt x="2863426" y="280247"/>
                    <a:pt x="2918460" y="228600"/>
                    <a:pt x="2961640" y="172720"/>
                  </a:cubicBezTo>
                  <a:cubicBezTo>
                    <a:pt x="3004820" y="116840"/>
                    <a:pt x="3016250" y="58420"/>
                    <a:pt x="3027680" y="0"/>
                  </a:cubicBezTo>
                </a:path>
              </a:pathLst>
            </a:custGeom>
            <a:noFill/>
            <a:ln w="19050">
              <a:solidFill>
                <a:srgbClr val="FFFF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CB152A3B-82F7-407C-6756-E95A80F8DF26}"/>
                </a:ext>
              </a:extLst>
            </p:cNvPr>
            <p:cNvSpPr/>
            <p:nvPr/>
          </p:nvSpPr>
          <p:spPr>
            <a:xfrm>
              <a:off x="4124128" y="2311400"/>
              <a:ext cx="3136656" cy="1239557"/>
            </a:xfrm>
            <a:custGeom>
              <a:avLst/>
              <a:gdLst>
                <a:gd name="connsiteX0" fmla="*/ 26154 w 3078158"/>
                <a:gd name="connsiteY0" fmla="*/ 7620 h 1239557"/>
                <a:gd name="connsiteX1" fmla="*/ 754 w 3078158"/>
                <a:gd name="connsiteY1" fmla="*/ 134620 h 1239557"/>
                <a:gd name="connsiteX2" fmla="*/ 28694 w 3078158"/>
                <a:gd name="connsiteY2" fmla="*/ 398780 h 1239557"/>
                <a:gd name="connsiteX3" fmla="*/ 221734 w 3078158"/>
                <a:gd name="connsiteY3" fmla="*/ 736600 h 1239557"/>
                <a:gd name="connsiteX4" fmla="*/ 630674 w 3078158"/>
                <a:gd name="connsiteY4" fmla="*/ 1041400 h 1239557"/>
                <a:gd name="connsiteX5" fmla="*/ 1082794 w 3078158"/>
                <a:gd name="connsiteY5" fmla="*/ 1193800 h 1239557"/>
                <a:gd name="connsiteX6" fmla="*/ 1547614 w 3078158"/>
                <a:gd name="connsiteY6" fmla="*/ 1239520 h 1239557"/>
                <a:gd name="connsiteX7" fmla="*/ 2042914 w 3078158"/>
                <a:gd name="connsiteY7" fmla="*/ 1188720 h 1239557"/>
                <a:gd name="connsiteX8" fmla="*/ 2451854 w 3078158"/>
                <a:gd name="connsiteY8" fmla="*/ 1036320 h 1239557"/>
                <a:gd name="connsiteX9" fmla="*/ 2792214 w 3078158"/>
                <a:gd name="connsiteY9" fmla="*/ 800100 h 1239557"/>
                <a:gd name="connsiteX10" fmla="*/ 3020814 w 3078158"/>
                <a:gd name="connsiteY10" fmla="*/ 457200 h 1239557"/>
                <a:gd name="connsiteX11" fmla="*/ 3076694 w 3078158"/>
                <a:gd name="connsiteY11" fmla="*/ 175260 h 1239557"/>
                <a:gd name="connsiteX12" fmla="*/ 3056374 w 3078158"/>
                <a:gd name="connsiteY12" fmla="*/ 0 h 1239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78158" h="1239557">
                  <a:moveTo>
                    <a:pt x="26154" y="7620"/>
                  </a:moveTo>
                  <a:cubicBezTo>
                    <a:pt x="13242" y="38523"/>
                    <a:pt x="331" y="69427"/>
                    <a:pt x="754" y="134620"/>
                  </a:cubicBezTo>
                  <a:cubicBezTo>
                    <a:pt x="1177" y="199813"/>
                    <a:pt x="-8136" y="298450"/>
                    <a:pt x="28694" y="398780"/>
                  </a:cubicBezTo>
                  <a:cubicBezTo>
                    <a:pt x="65524" y="499110"/>
                    <a:pt x="121404" y="629497"/>
                    <a:pt x="221734" y="736600"/>
                  </a:cubicBezTo>
                  <a:cubicBezTo>
                    <a:pt x="322064" y="843703"/>
                    <a:pt x="487164" y="965200"/>
                    <a:pt x="630674" y="1041400"/>
                  </a:cubicBezTo>
                  <a:cubicBezTo>
                    <a:pt x="774184" y="1117600"/>
                    <a:pt x="929971" y="1160780"/>
                    <a:pt x="1082794" y="1193800"/>
                  </a:cubicBezTo>
                  <a:cubicBezTo>
                    <a:pt x="1235617" y="1226820"/>
                    <a:pt x="1387594" y="1240367"/>
                    <a:pt x="1547614" y="1239520"/>
                  </a:cubicBezTo>
                  <a:cubicBezTo>
                    <a:pt x="1707634" y="1238673"/>
                    <a:pt x="1892207" y="1222587"/>
                    <a:pt x="2042914" y="1188720"/>
                  </a:cubicBezTo>
                  <a:cubicBezTo>
                    <a:pt x="2193621" y="1154853"/>
                    <a:pt x="2326971" y="1101090"/>
                    <a:pt x="2451854" y="1036320"/>
                  </a:cubicBezTo>
                  <a:cubicBezTo>
                    <a:pt x="2576737" y="971550"/>
                    <a:pt x="2697387" y="896620"/>
                    <a:pt x="2792214" y="800100"/>
                  </a:cubicBezTo>
                  <a:cubicBezTo>
                    <a:pt x="2887041" y="703580"/>
                    <a:pt x="2973401" y="561340"/>
                    <a:pt x="3020814" y="457200"/>
                  </a:cubicBezTo>
                  <a:cubicBezTo>
                    <a:pt x="3068227" y="353060"/>
                    <a:pt x="3070767" y="251460"/>
                    <a:pt x="3076694" y="175260"/>
                  </a:cubicBezTo>
                  <a:cubicBezTo>
                    <a:pt x="3082621" y="99060"/>
                    <a:pt x="3069497" y="49530"/>
                    <a:pt x="3056374" y="0"/>
                  </a:cubicBezTo>
                </a:path>
              </a:pathLst>
            </a:custGeom>
            <a:noFill/>
            <a:ln w="19050">
              <a:solidFill>
                <a:srgbClr val="FFFF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59E65E0-BD73-0748-E595-E87AD15D9842}"/>
                </a:ext>
              </a:extLst>
            </p:cNvPr>
            <p:cNvSpPr/>
            <p:nvPr/>
          </p:nvSpPr>
          <p:spPr>
            <a:xfrm>
              <a:off x="4005890" y="2326640"/>
              <a:ext cx="3369783" cy="1694394"/>
            </a:xfrm>
            <a:custGeom>
              <a:avLst/>
              <a:gdLst>
                <a:gd name="connsiteX0" fmla="*/ 132424 w 3306937"/>
                <a:gd name="connsiteY0" fmla="*/ 5080 h 1694394"/>
                <a:gd name="connsiteX1" fmla="*/ 35904 w 3306937"/>
                <a:gd name="connsiteY1" fmla="*/ 218440 h 1694394"/>
                <a:gd name="connsiteX2" fmla="*/ 344 w 3306937"/>
                <a:gd name="connsiteY2" fmla="*/ 492760 h 1694394"/>
                <a:gd name="connsiteX3" fmla="*/ 53684 w 3306937"/>
                <a:gd name="connsiteY3" fmla="*/ 777240 h 1694394"/>
                <a:gd name="connsiteX4" fmla="*/ 155284 w 3306937"/>
                <a:gd name="connsiteY4" fmla="*/ 977900 h 1694394"/>
                <a:gd name="connsiteX5" fmla="*/ 267044 w 3306937"/>
                <a:gd name="connsiteY5" fmla="*/ 1122680 h 1694394"/>
                <a:gd name="connsiteX6" fmla="*/ 528664 w 3306937"/>
                <a:gd name="connsiteY6" fmla="*/ 1353820 h 1694394"/>
                <a:gd name="connsiteX7" fmla="*/ 869024 w 3306937"/>
                <a:gd name="connsiteY7" fmla="*/ 1531620 h 1694394"/>
                <a:gd name="connsiteX8" fmla="*/ 1219544 w 3306937"/>
                <a:gd name="connsiteY8" fmla="*/ 1640840 h 1694394"/>
                <a:gd name="connsiteX9" fmla="*/ 1714844 w 3306937"/>
                <a:gd name="connsiteY9" fmla="*/ 1694180 h 1694394"/>
                <a:gd name="connsiteX10" fmla="*/ 2131404 w 3306937"/>
                <a:gd name="connsiteY10" fmla="*/ 1653540 h 1694394"/>
                <a:gd name="connsiteX11" fmla="*/ 2471764 w 3306937"/>
                <a:gd name="connsiteY11" fmla="*/ 1518920 h 1694394"/>
                <a:gd name="connsiteX12" fmla="*/ 2822284 w 3306937"/>
                <a:gd name="connsiteY12" fmla="*/ 1325880 h 1694394"/>
                <a:gd name="connsiteX13" fmla="*/ 3073744 w 3306937"/>
                <a:gd name="connsiteY13" fmla="*/ 1084580 h 1694394"/>
                <a:gd name="connsiteX14" fmla="*/ 3223604 w 3306937"/>
                <a:gd name="connsiteY14" fmla="*/ 840740 h 1694394"/>
                <a:gd name="connsiteX15" fmla="*/ 3302344 w 3306937"/>
                <a:gd name="connsiteY15" fmla="*/ 581660 h 1694394"/>
                <a:gd name="connsiteX16" fmla="*/ 3289644 w 3306937"/>
                <a:gd name="connsiteY16" fmla="*/ 299720 h 1694394"/>
                <a:gd name="connsiteX17" fmla="*/ 3223604 w 3306937"/>
                <a:gd name="connsiteY17" fmla="*/ 91440 h 1694394"/>
                <a:gd name="connsiteX18" fmla="*/ 3175344 w 3306937"/>
                <a:gd name="connsiteY18" fmla="*/ 0 h 1694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06937" h="1694394">
                  <a:moveTo>
                    <a:pt x="132424" y="5080"/>
                  </a:moveTo>
                  <a:cubicBezTo>
                    <a:pt x="95170" y="71120"/>
                    <a:pt x="57917" y="137160"/>
                    <a:pt x="35904" y="218440"/>
                  </a:cubicBezTo>
                  <a:cubicBezTo>
                    <a:pt x="13891" y="299720"/>
                    <a:pt x="-2619" y="399627"/>
                    <a:pt x="344" y="492760"/>
                  </a:cubicBezTo>
                  <a:cubicBezTo>
                    <a:pt x="3307" y="585893"/>
                    <a:pt x="27861" y="696383"/>
                    <a:pt x="53684" y="777240"/>
                  </a:cubicBezTo>
                  <a:cubicBezTo>
                    <a:pt x="79507" y="858097"/>
                    <a:pt x="119724" y="920327"/>
                    <a:pt x="155284" y="977900"/>
                  </a:cubicBezTo>
                  <a:cubicBezTo>
                    <a:pt x="190844" y="1035473"/>
                    <a:pt x="204814" y="1060027"/>
                    <a:pt x="267044" y="1122680"/>
                  </a:cubicBezTo>
                  <a:cubicBezTo>
                    <a:pt x="329274" y="1185333"/>
                    <a:pt x="428334" y="1285663"/>
                    <a:pt x="528664" y="1353820"/>
                  </a:cubicBezTo>
                  <a:cubicBezTo>
                    <a:pt x="628994" y="1421977"/>
                    <a:pt x="753877" y="1483783"/>
                    <a:pt x="869024" y="1531620"/>
                  </a:cubicBezTo>
                  <a:cubicBezTo>
                    <a:pt x="984171" y="1579457"/>
                    <a:pt x="1078574" y="1613747"/>
                    <a:pt x="1219544" y="1640840"/>
                  </a:cubicBezTo>
                  <a:cubicBezTo>
                    <a:pt x="1360514" y="1667933"/>
                    <a:pt x="1562867" y="1692063"/>
                    <a:pt x="1714844" y="1694180"/>
                  </a:cubicBezTo>
                  <a:cubicBezTo>
                    <a:pt x="1866821" y="1696297"/>
                    <a:pt x="2005251" y="1682750"/>
                    <a:pt x="2131404" y="1653540"/>
                  </a:cubicBezTo>
                  <a:cubicBezTo>
                    <a:pt x="2257557" y="1624330"/>
                    <a:pt x="2356617" y="1573530"/>
                    <a:pt x="2471764" y="1518920"/>
                  </a:cubicBezTo>
                  <a:cubicBezTo>
                    <a:pt x="2586911" y="1464310"/>
                    <a:pt x="2721954" y="1398270"/>
                    <a:pt x="2822284" y="1325880"/>
                  </a:cubicBezTo>
                  <a:cubicBezTo>
                    <a:pt x="2922614" y="1253490"/>
                    <a:pt x="3006857" y="1165437"/>
                    <a:pt x="3073744" y="1084580"/>
                  </a:cubicBezTo>
                  <a:cubicBezTo>
                    <a:pt x="3140631" y="1003723"/>
                    <a:pt x="3185504" y="924560"/>
                    <a:pt x="3223604" y="840740"/>
                  </a:cubicBezTo>
                  <a:cubicBezTo>
                    <a:pt x="3261704" y="756920"/>
                    <a:pt x="3291337" y="671830"/>
                    <a:pt x="3302344" y="581660"/>
                  </a:cubicBezTo>
                  <a:cubicBezTo>
                    <a:pt x="3313351" y="491490"/>
                    <a:pt x="3302767" y="381423"/>
                    <a:pt x="3289644" y="299720"/>
                  </a:cubicBezTo>
                  <a:cubicBezTo>
                    <a:pt x="3276521" y="218017"/>
                    <a:pt x="3242654" y="141393"/>
                    <a:pt x="3223604" y="91440"/>
                  </a:cubicBezTo>
                  <a:cubicBezTo>
                    <a:pt x="3204554" y="41487"/>
                    <a:pt x="3189949" y="20743"/>
                    <a:pt x="3175344" y="0"/>
                  </a:cubicBezTo>
                </a:path>
              </a:pathLst>
            </a:custGeom>
            <a:noFill/>
            <a:ln w="19050">
              <a:solidFill>
                <a:srgbClr val="FFFF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A542BD7A-C9AF-956D-84C2-D5C03A3D1A54}"/>
                </a:ext>
              </a:extLst>
            </p:cNvPr>
            <p:cNvSpPr/>
            <p:nvPr/>
          </p:nvSpPr>
          <p:spPr>
            <a:xfrm>
              <a:off x="3788852" y="2324100"/>
              <a:ext cx="362358" cy="581660"/>
            </a:xfrm>
            <a:custGeom>
              <a:avLst/>
              <a:gdLst>
                <a:gd name="connsiteX0" fmla="*/ 355600 w 355600"/>
                <a:gd name="connsiteY0" fmla="*/ 0 h 581660"/>
                <a:gd name="connsiteX1" fmla="*/ 246380 w 355600"/>
                <a:gd name="connsiteY1" fmla="*/ 93980 h 581660"/>
                <a:gd name="connsiteX2" fmla="*/ 81280 w 355600"/>
                <a:gd name="connsiteY2" fmla="*/ 327660 h 581660"/>
                <a:gd name="connsiteX3" fmla="*/ 0 w 355600"/>
                <a:gd name="connsiteY3" fmla="*/ 581660 h 581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5600" h="581660">
                  <a:moveTo>
                    <a:pt x="355600" y="0"/>
                  </a:moveTo>
                  <a:cubicBezTo>
                    <a:pt x="323850" y="19685"/>
                    <a:pt x="292100" y="39370"/>
                    <a:pt x="246380" y="93980"/>
                  </a:cubicBezTo>
                  <a:cubicBezTo>
                    <a:pt x="200660" y="148590"/>
                    <a:pt x="122343" y="246380"/>
                    <a:pt x="81280" y="327660"/>
                  </a:cubicBezTo>
                  <a:cubicBezTo>
                    <a:pt x="40217" y="408940"/>
                    <a:pt x="20108" y="495300"/>
                    <a:pt x="0" y="581660"/>
                  </a:cubicBezTo>
                </a:path>
              </a:pathLst>
            </a:custGeom>
            <a:noFill/>
            <a:ln w="19050">
              <a:solidFill>
                <a:srgbClr val="FFFF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178592E9-B92D-3389-A0E3-25B6FD573157}"/>
                </a:ext>
              </a:extLst>
            </p:cNvPr>
            <p:cNvSpPr/>
            <p:nvPr/>
          </p:nvSpPr>
          <p:spPr>
            <a:xfrm>
              <a:off x="3574120" y="2321560"/>
              <a:ext cx="582361" cy="431800"/>
            </a:xfrm>
            <a:custGeom>
              <a:avLst/>
              <a:gdLst>
                <a:gd name="connsiteX0" fmla="*/ 571500 w 571500"/>
                <a:gd name="connsiteY0" fmla="*/ 0 h 431800"/>
                <a:gd name="connsiteX1" fmla="*/ 360680 w 571500"/>
                <a:gd name="connsiteY1" fmla="*/ 111760 h 431800"/>
                <a:gd name="connsiteX2" fmla="*/ 116840 w 571500"/>
                <a:gd name="connsiteY2" fmla="*/ 294640 h 431800"/>
                <a:gd name="connsiteX3" fmla="*/ 0 w 571500"/>
                <a:gd name="connsiteY3" fmla="*/ 431800 h 431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431800">
                  <a:moveTo>
                    <a:pt x="571500" y="0"/>
                  </a:moveTo>
                  <a:cubicBezTo>
                    <a:pt x="503978" y="31326"/>
                    <a:pt x="436457" y="62653"/>
                    <a:pt x="360680" y="111760"/>
                  </a:cubicBezTo>
                  <a:cubicBezTo>
                    <a:pt x="284903" y="160867"/>
                    <a:pt x="176953" y="241300"/>
                    <a:pt x="116840" y="294640"/>
                  </a:cubicBezTo>
                  <a:cubicBezTo>
                    <a:pt x="56727" y="347980"/>
                    <a:pt x="28363" y="389890"/>
                    <a:pt x="0" y="431800"/>
                  </a:cubicBezTo>
                </a:path>
              </a:pathLst>
            </a:custGeom>
            <a:noFill/>
            <a:ln w="19050">
              <a:solidFill>
                <a:srgbClr val="FFFF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F1668A7-39AB-5F83-40CA-AF61CA7B4EE7}"/>
                </a:ext>
              </a:extLst>
            </p:cNvPr>
            <p:cNvSpPr/>
            <p:nvPr/>
          </p:nvSpPr>
          <p:spPr>
            <a:xfrm>
              <a:off x="7230824" y="2324100"/>
              <a:ext cx="574596" cy="426720"/>
            </a:xfrm>
            <a:custGeom>
              <a:avLst/>
              <a:gdLst>
                <a:gd name="connsiteX0" fmla="*/ 0 w 563880"/>
                <a:gd name="connsiteY0" fmla="*/ 0 h 426720"/>
                <a:gd name="connsiteX1" fmla="*/ 284480 w 563880"/>
                <a:gd name="connsiteY1" fmla="*/ 165100 h 426720"/>
                <a:gd name="connsiteX2" fmla="*/ 563880 w 563880"/>
                <a:gd name="connsiteY2" fmla="*/ 42672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3880" h="426720">
                  <a:moveTo>
                    <a:pt x="0" y="0"/>
                  </a:moveTo>
                  <a:cubicBezTo>
                    <a:pt x="95250" y="46990"/>
                    <a:pt x="190500" y="93980"/>
                    <a:pt x="284480" y="165100"/>
                  </a:cubicBezTo>
                  <a:cubicBezTo>
                    <a:pt x="378460" y="236220"/>
                    <a:pt x="520700" y="385657"/>
                    <a:pt x="563880" y="426720"/>
                  </a:cubicBezTo>
                </a:path>
              </a:pathLst>
            </a:custGeom>
            <a:noFill/>
            <a:ln w="19050">
              <a:solidFill>
                <a:srgbClr val="FFFF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B70603F-CD4A-9462-519A-88D9F11785BA}"/>
                </a:ext>
              </a:extLst>
            </p:cNvPr>
            <p:cNvSpPr/>
            <p:nvPr/>
          </p:nvSpPr>
          <p:spPr>
            <a:xfrm>
              <a:off x="7237419" y="2326640"/>
              <a:ext cx="357181" cy="576580"/>
            </a:xfrm>
            <a:custGeom>
              <a:avLst/>
              <a:gdLst>
                <a:gd name="connsiteX0" fmla="*/ 0 w 350520"/>
                <a:gd name="connsiteY0" fmla="*/ 0 h 576580"/>
                <a:gd name="connsiteX1" fmla="*/ 132080 w 350520"/>
                <a:gd name="connsiteY1" fmla="*/ 121920 h 576580"/>
                <a:gd name="connsiteX2" fmla="*/ 274320 w 350520"/>
                <a:gd name="connsiteY2" fmla="*/ 337820 h 576580"/>
                <a:gd name="connsiteX3" fmla="*/ 350520 w 350520"/>
                <a:gd name="connsiteY3" fmla="*/ 576580 h 576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0520" h="576580">
                  <a:moveTo>
                    <a:pt x="0" y="0"/>
                  </a:moveTo>
                  <a:cubicBezTo>
                    <a:pt x="43180" y="32808"/>
                    <a:pt x="86360" y="65617"/>
                    <a:pt x="132080" y="121920"/>
                  </a:cubicBezTo>
                  <a:cubicBezTo>
                    <a:pt x="177800" y="178223"/>
                    <a:pt x="237913" y="262043"/>
                    <a:pt x="274320" y="337820"/>
                  </a:cubicBezTo>
                  <a:cubicBezTo>
                    <a:pt x="310727" y="413597"/>
                    <a:pt x="330623" y="495088"/>
                    <a:pt x="350520" y="576580"/>
                  </a:cubicBezTo>
                </a:path>
              </a:pathLst>
            </a:custGeom>
            <a:noFill/>
            <a:ln w="19050">
              <a:solidFill>
                <a:srgbClr val="FFFF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4" name="Arc 73">
              <a:extLst>
                <a:ext uri="{FF2B5EF4-FFF2-40B4-BE49-F238E27FC236}">
                  <a16:creationId xmlns:a16="http://schemas.microsoft.com/office/drawing/2014/main" id="{6A26DAE0-9338-3638-508C-26B575465707}"/>
                </a:ext>
              </a:extLst>
            </p:cNvPr>
            <p:cNvSpPr/>
            <p:nvPr/>
          </p:nvSpPr>
          <p:spPr>
            <a:xfrm rot="5400000">
              <a:off x="7086120" y="2060250"/>
              <a:ext cx="481790" cy="520081"/>
            </a:xfrm>
            <a:prstGeom prst="arc">
              <a:avLst>
                <a:gd name="adj1" fmla="val 16200000"/>
                <a:gd name="adj2" fmla="val 5420202"/>
              </a:avLst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7" name="Arc 76">
              <a:extLst>
                <a:ext uri="{FF2B5EF4-FFF2-40B4-BE49-F238E27FC236}">
                  <a16:creationId xmlns:a16="http://schemas.microsoft.com/office/drawing/2014/main" id="{8438E7E1-F7C9-067F-D8A6-0B48EDA8FBCA}"/>
                </a:ext>
              </a:extLst>
            </p:cNvPr>
            <p:cNvSpPr/>
            <p:nvPr/>
          </p:nvSpPr>
          <p:spPr>
            <a:xfrm rot="5400000">
              <a:off x="6858296" y="1689958"/>
              <a:ext cx="1205735" cy="1301562"/>
            </a:xfrm>
            <a:prstGeom prst="arc">
              <a:avLst>
                <a:gd name="adj1" fmla="val 18964229"/>
                <a:gd name="adj2" fmla="val 5420202"/>
              </a:avLst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8" name="Arc 77">
              <a:extLst>
                <a:ext uri="{FF2B5EF4-FFF2-40B4-BE49-F238E27FC236}">
                  <a16:creationId xmlns:a16="http://schemas.microsoft.com/office/drawing/2014/main" id="{3045C1AD-C4AF-6307-C36B-DD9999A230AE}"/>
                </a:ext>
              </a:extLst>
            </p:cNvPr>
            <p:cNvSpPr/>
            <p:nvPr/>
          </p:nvSpPr>
          <p:spPr>
            <a:xfrm rot="5400000">
              <a:off x="6599549" y="1248822"/>
              <a:ext cx="2030892" cy="2192300"/>
            </a:xfrm>
            <a:prstGeom prst="arc">
              <a:avLst>
                <a:gd name="adj1" fmla="val 20614000"/>
                <a:gd name="adj2" fmla="val 5393593"/>
              </a:avLst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9" name="Arc 78">
              <a:extLst>
                <a:ext uri="{FF2B5EF4-FFF2-40B4-BE49-F238E27FC236}">
                  <a16:creationId xmlns:a16="http://schemas.microsoft.com/office/drawing/2014/main" id="{1A0CDCEC-B8B0-9334-E27B-C9B599B77DB7}"/>
                </a:ext>
              </a:extLst>
            </p:cNvPr>
            <p:cNvSpPr/>
            <p:nvPr/>
          </p:nvSpPr>
          <p:spPr>
            <a:xfrm rot="5400000">
              <a:off x="6408030" y="440923"/>
              <a:ext cx="3474092" cy="3750200"/>
            </a:xfrm>
            <a:prstGeom prst="arc">
              <a:avLst>
                <a:gd name="adj1" fmla="val 490736"/>
                <a:gd name="adj2" fmla="val 5393593"/>
              </a:avLst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0" name="Arc 79">
              <a:extLst>
                <a:ext uri="{FF2B5EF4-FFF2-40B4-BE49-F238E27FC236}">
                  <a16:creationId xmlns:a16="http://schemas.microsoft.com/office/drawing/2014/main" id="{5D161A6D-8AEA-E51C-60DC-2B7EF86AAA30}"/>
                </a:ext>
              </a:extLst>
            </p:cNvPr>
            <p:cNvSpPr/>
            <p:nvPr/>
          </p:nvSpPr>
          <p:spPr>
            <a:xfrm rot="5400000">
              <a:off x="6138139" y="6628"/>
              <a:ext cx="4617164" cy="4803139"/>
            </a:xfrm>
            <a:prstGeom prst="arc">
              <a:avLst>
                <a:gd name="adj1" fmla="val 833515"/>
                <a:gd name="adj2" fmla="val 5526932"/>
              </a:avLst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1" name="Arc 80">
              <a:extLst>
                <a:ext uri="{FF2B5EF4-FFF2-40B4-BE49-F238E27FC236}">
                  <a16:creationId xmlns:a16="http://schemas.microsoft.com/office/drawing/2014/main" id="{86FA9373-D68F-A293-1E9A-DABAE7343107}"/>
                </a:ext>
              </a:extLst>
            </p:cNvPr>
            <p:cNvSpPr/>
            <p:nvPr/>
          </p:nvSpPr>
          <p:spPr>
            <a:xfrm rot="5400000">
              <a:off x="4620505" y="924948"/>
              <a:ext cx="5461012" cy="2929902"/>
            </a:xfrm>
            <a:prstGeom prst="arc">
              <a:avLst>
                <a:gd name="adj1" fmla="val 1274735"/>
                <a:gd name="adj2" fmla="val 5526932"/>
              </a:avLst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B725217-DA32-8320-58F5-86F554354012}"/>
                </a:ext>
              </a:extLst>
            </p:cNvPr>
            <p:cNvCxnSpPr/>
            <p:nvPr/>
          </p:nvCxnSpPr>
          <p:spPr>
            <a:xfrm>
              <a:off x="5726430" y="2324100"/>
              <a:ext cx="0" cy="2458523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Arc 84">
              <a:extLst>
                <a:ext uri="{FF2B5EF4-FFF2-40B4-BE49-F238E27FC236}">
                  <a16:creationId xmlns:a16="http://schemas.microsoft.com/office/drawing/2014/main" id="{4173E558-E157-1E84-E5A7-5DDBC16E1084}"/>
                </a:ext>
              </a:extLst>
            </p:cNvPr>
            <p:cNvSpPr/>
            <p:nvPr/>
          </p:nvSpPr>
          <p:spPr>
            <a:xfrm rot="5400000">
              <a:off x="3884786" y="2067243"/>
              <a:ext cx="481790" cy="520081"/>
            </a:xfrm>
            <a:prstGeom prst="arc">
              <a:avLst>
                <a:gd name="adj1" fmla="val 16200000"/>
                <a:gd name="adj2" fmla="val 5420202"/>
              </a:avLst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6" name="Arc 85">
              <a:extLst>
                <a:ext uri="{FF2B5EF4-FFF2-40B4-BE49-F238E27FC236}">
                  <a16:creationId xmlns:a16="http://schemas.microsoft.com/office/drawing/2014/main" id="{08711F4A-D820-D8CD-9022-37C7977D184F}"/>
                </a:ext>
              </a:extLst>
            </p:cNvPr>
            <p:cNvSpPr/>
            <p:nvPr/>
          </p:nvSpPr>
          <p:spPr>
            <a:xfrm rot="5400000">
              <a:off x="3370092" y="1666622"/>
              <a:ext cx="1205735" cy="1339380"/>
            </a:xfrm>
            <a:prstGeom prst="arc">
              <a:avLst>
                <a:gd name="adj1" fmla="val 16181792"/>
                <a:gd name="adj2" fmla="val 3231480"/>
              </a:avLst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7" name="Arc 86">
              <a:extLst>
                <a:ext uri="{FF2B5EF4-FFF2-40B4-BE49-F238E27FC236}">
                  <a16:creationId xmlns:a16="http://schemas.microsoft.com/office/drawing/2014/main" id="{6279B52B-A2E8-D716-1D98-67164F16DC53}"/>
                </a:ext>
              </a:extLst>
            </p:cNvPr>
            <p:cNvSpPr/>
            <p:nvPr/>
          </p:nvSpPr>
          <p:spPr>
            <a:xfrm rot="5400000">
              <a:off x="2822550" y="1256291"/>
              <a:ext cx="2030892" cy="2192300"/>
            </a:xfrm>
            <a:prstGeom prst="arc">
              <a:avLst>
                <a:gd name="adj1" fmla="val 16080235"/>
                <a:gd name="adj2" fmla="val 1425464"/>
              </a:avLst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8" name="Arc 87">
              <a:extLst>
                <a:ext uri="{FF2B5EF4-FFF2-40B4-BE49-F238E27FC236}">
                  <a16:creationId xmlns:a16="http://schemas.microsoft.com/office/drawing/2014/main" id="{8904054E-D410-8B23-7FFE-EE327DC4A654}"/>
                </a:ext>
              </a:extLst>
            </p:cNvPr>
            <p:cNvSpPr/>
            <p:nvPr/>
          </p:nvSpPr>
          <p:spPr>
            <a:xfrm rot="5400000">
              <a:off x="1583327" y="459132"/>
              <a:ext cx="3437673" cy="3750200"/>
            </a:xfrm>
            <a:prstGeom prst="arc">
              <a:avLst>
                <a:gd name="adj1" fmla="val 16157582"/>
                <a:gd name="adj2" fmla="val 21383843"/>
              </a:avLst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9" name="Arc 88">
              <a:extLst>
                <a:ext uri="{FF2B5EF4-FFF2-40B4-BE49-F238E27FC236}">
                  <a16:creationId xmlns:a16="http://schemas.microsoft.com/office/drawing/2014/main" id="{CCAF0ABE-14F4-BB73-A19F-7983B4FC54E8}"/>
                </a:ext>
              </a:extLst>
            </p:cNvPr>
            <p:cNvSpPr/>
            <p:nvPr/>
          </p:nvSpPr>
          <p:spPr>
            <a:xfrm rot="5400000">
              <a:off x="644208" y="-1055"/>
              <a:ext cx="4683008" cy="4818506"/>
            </a:xfrm>
            <a:prstGeom prst="arc">
              <a:avLst>
                <a:gd name="adj1" fmla="val 16088333"/>
                <a:gd name="adj2" fmla="val 20352994"/>
              </a:avLst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0" name="Arc 89">
              <a:extLst>
                <a:ext uri="{FF2B5EF4-FFF2-40B4-BE49-F238E27FC236}">
                  <a16:creationId xmlns:a16="http://schemas.microsoft.com/office/drawing/2014/main" id="{C5059191-C93D-77A1-D54B-5C480440CDD2}"/>
                </a:ext>
              </a:extLst>
            </p:cNvPr>
            <p:cNvSpPr/>
            <p:nvPr/>
          </p:nvSpPr>
          <p:spPr>
            <a:xfrm rot="5400000" flipV="1">
              <a:off x="1118447" y="723864"/>
              <a:ext cx="5461012" cy="3434983"/>
            </a:xfrm>
            <a:prstGeom prst="arc">
              <a:avLst>
                <a:gd name="adj1" fmla="val 1274735"/>
                <a:gd name="adj2" fmla="val 5647319"/>
              </a:avLst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9" name="Isosceles Triangle 98">
              <a:extLst>
                <a:ext uri="{FF2B5EF4-FFF2-40B4-BE49-F238E27FC236}">
                  <a16:creationId xmlns:a16="http://schemas.microsoft.com/office/drawing/2014/main" id="{732227F2-BB0B-DF52-F713-8163C8D9FF3B}"/>
                </a:ext>
              </a:extLst>
            </p:cNvPr>
            <p:cNvSpPr/>
            <p:nvPr/>
          </p:nvSpPr>
          <p:spPr>
            <a:xfrm rot="5400000">
              <a:off x="5679196" y="2667283"/>
              <a:ext cx="114074" cy="103100"/>
            </a:xfrm>
            <a:prstGeom prst="triangl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0" name="Isosceles Triangle 99">
              <a:extLst>
                <a:ext uri="{FF2B5EF4-FFF2-40B4-BE49-F238E27FC236}">
                  <a16:creationId xmlns:a16="http://schemas.microsoft.com/office/drawing/2014/main" id="{BD3AA86A-41ED-FF88-1CCF-9599114D8F91}"/>
                </a:ext>
              </a:extLst>
            </p:cNvPr>
            <p:cNvSpPr/>
            <p:nvPr/>
          </p:nvSpPr>
          <p:spPr>
            <a:xfrm rot="5400000">
              <a:off x="5669190" y="2888230"/>
              <a:ext cx="114074" cy="103100"/>
            </a:xfrm>
            <a:prstGeom prst="triangl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1" name="Isosceles Triangle 100">
              <a:extLst>
                <a:ext uri="{FF2B5EF4-FFF2-40B4-BE49-F238E27FC236}">
                  <a16:creationId xmlns:a16="http://schemas.microsoft.com/office/drawing/2014/main" id="{FA9C2153-2472-56A5-D7A3-552A0816DD86}"/>
                </a:ext>
              </a:extLst>
            </p:cNvPr>
            <p:cNvSpPr/>
            <p:nvPr/>
          </p:nvSpPr>
          <p:spPr>
            <a:xfrm rot="5400000">
              <a:off x="5664574" y="3177065"/>
              <a:ext cx="114074" cy="103100"/>
            </a:xfrm>
            <a:prstGeom prst="triangl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2" name="Isosceles Triangle 101">
              <a:extLst>
                <a:ext uri="{FF2B5EF4-FFF2-40B4-BE49-F238E27FC236}">
                  <a16:creationId xmlns:a16="http://schemas.microsoft.com/office/drawing/2014/main" id="{387AB373-2F19-22E7-D26B-50B5404A4815}"/>
                </a:ext>
              </a:extLst>
            </p:cNvPr>
            <p:cNvSpPr/>
            <p:nvPr/>
          </p:nvSpPr>
          <p:spPr>
            <a:xfrm rot="5400000">
              <a:off x="5668842" y="3496978"/>
              <a:ext cx="114074" cy="103100"/>
            </a:xfrm>
            <a:prstGeom prst="triangl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4" name="Isosceles Triangle 103">
              <a:extLst>
                <a:ext uri="{FF2B5EF4-FFF2-40B4-BE49-F238E27FC236}">
                  <a16:creationId xmlns:a16="http://schemas.microsoft.com/office/drawing/2014/main" id="{F2EB76F1-809B-EBFB-DF08-9A692BAD259D}"/>
                </a:ext>
              </a:extLst>
            </p:cNvPr>
            <p:cNvSpPr/>
            <p:nvPr/>
          </p:nvSpPr>
          <p:spPr>
            <a:xfrm rot="5400000">
              <a:off x="5675198" y="3970901"/>
              <a:ext cx="114074" cy="103100"/>
            </a:xfrm>
            <a:prstGeom prst="triangl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378BC3F6-24A5-891E-78C9-B3AE3A066510}"/>
                </a:ext>
              </a:extLst>
            </p:cNvPr>
            <p:cNvCxnSpPr/>
            <p:nvPr/>
          </p:nvCxnSpPr>
          <p:spPr>
            <a:xfrm>
              <a:off x="3603691" y="4178951"/>
              <a:ext cx="459085" cy="0"/>
            </a:xfrm>
            <a:prstGeom prst="line">
              <a:avLst/>
            </a:prstGeom>
            <a:ln w="12700"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AEBC95BA-CBA1-013B-0C86-0D3B0848490D}"/>
                </a:ext>
              </a:extLst>
            </p:cNvPr>
            <p:cNvCxnSpPr/>
            <p:nvPr/>
          </p:nvCxnSpPr>
          <p:spPr>
            <a:xfrm>
              <a:off x="3619410" y="3588436"/>
              <a:ext cx="459085" cy="0"/>
            </a:xfrm>
            <a:prstGeom prst="line">
              <a:avLst/>
            </a:prstGeom>
            <a:ln w="19050">
              <a:solidFill>
                <a:srgbClr val="FFFF00"/>
              </a:solidFill>
              <a:prstDash val="soli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9" name="Isosceles Triangle 108">
              <a:extLst>
                <a:ext uri="{FF2B5EF4-FFF2-40B4-BE49-F238E27FC236}">
                  <a16:creationId xmlns:a16="http://schemas.microsoft.com/office/drawing/2014/main" id="{691C31CC-36E4-0B37-BD01-0E0DDAB7A93C}"/>
                </a:ext>
              </a:extLst>
            </p:cNvPr>
            <p:cNvSpPr/>
            <p:nvPr/>
          </p:nvSpPr>
          <p:spPr>
            <a:xfrm rot="5400000">
              <a:off x="3804134" y="3542643"/>
              <a:ext cx="87738" cy="79298"/>
            </a:xfrm>
            <a:prstGeom prst="triangl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041474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E55708E-C153-F77A-CC83-EA551CD9FB0B}"/>
              </a:ext>
            </a:extLst>
          </p:cNvPr>
          <p:cNvCxnSpPr>
            <a:cxnSpLocks/>
          </p:cNvCxnSpPr>
          <p:nvPr/>
        </p:nvCxnSpPr>
        <p:spPr>
          <a:xfrm flipV="1">
            <a:off x="3472249" y="757238"/>
            <a:ext cx="0" cy="3814762"/>
          </a:xfrm>
          <a:prstGeom prst="straightConnector1">
            <a:avLst/>
          </a:prstGeom>
          <a:ln w="1905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1F8F572-FE24-BEF7-EC6A-00C5DEB24BF7}"/>
              </a:ext>
            </a:extLst>
          </p:cNvPr>
          <p:cNvCxnSpPr>
            <a:cxnSpLocks/>
          </p:cNvCxnSpPr>
          <p:nvPr/>
        </p:nvCxnSpPr>
        <p:spPr>
          <a:xfrm>
            <a:off x="3472249" y="4572000"/>
            <a:ext cx="4904989" cy="0"/>
          </a:xfrm>
          <a:prstGeom prst="straightConnector1">
            <a:avLst/>
          </a:prstGeom>
          <a:ln w="1905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1C2CEA0-07E1-7FBF-8559-EF4F8E114F64}"/>
              </a:ext>
            </a:extLst>
          </p:cNvPr>
          <p:cNvSpPr txBox="1"/>
          <p:nvPr/>
        </p:nvSpPr>
        <p:spPr>
          <a:xfrm>
            <a:off x="7775876" y="4649073"/>
            <a:ext cx="601362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venir Next LT Pro" panose="020B0504020202020204" pitchFamily="34" charset="0"/>
              </a:rPr>
              <a:t>Price</a:t>
            </a:r>
            <a:endParaRPr lang="en-GB" dirty="0">
              <a:latin typeface="Avenir Next LT Pro" panose="020B05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C315889-640E-75D1-0302-2FE9761BFA9A}"/>
              </a:ext>
            </a:extLst>
          </p:cNvPr>
          <p:cNvSpPr txBox="1"/>
          <p:nvPr/>
        </p:nvSpPr>
        <p:spPr>
          <a:xfrm>
            <a:off x="2352419" y="807879"/>
            <a:ext cx="1217140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venir Next LT Pro" panose="020B0504020202020204" pitchFamily="34" charset="0"/>
              </a:rPr>
              <a:t>Data Value</a:t>
            </a:r>
            <a:endParaRPr lang="en-GB" dirty="0">
              <a:latin typeface="Avenir Next LT Pro" panose="020B05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2EF9F26-32D3-C9EA-824E-DBE70E0BECA7}"/>
              </a:ext>
            </a:extLst>
          </p:cNvPr>
          <p:cNvSpPr txBox="1"/>
          <p:nvPr/>
        </p:nvSpPr>
        <p:spPr>
          <a:xfrm>
            <a:off x="4418062" y="2906911"/>
            <a:ext cx="673533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700" dirty="0">
                <a:latin typeface="Avenir Next LT Pro" panose="020B0504020202020204" pitchFamily="34" charset="0"/>
              </a:rPr>
              <a:t>4-electrode Resistivity</a:t>
            </a:r>
            <a:endParaRPr lang="en-GB" sz="900" dirty="0">
              <a:latin typeface="Avenir Next LT Pro" panose="020B0504020202020204" pitchFamily="34" charset="0"/>
            </a:endParaRPr>
          </a:p>
        </p:txBody>
      </p:sp>
      <p:pic>
        <p:nvPicPr>
          <p:cNvPr id="43" name="Picture 42" descr="Stratavisor NZXP from Geometrics">
            <a:extLst>
              <a:ext uri="{FF2B5EF4-FFF2-40B4-BE49-F238E27FC236}">
                <a16:creationId xmlns:a16="http://schemas.microsoft.com/office/drawing/2014/main" id="{2066E2B7-3EAA-1D23-8B96-58077EC4838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91" b="93192" l="9553" r="91660">
                        <a14:foregroundMark x1="9553" y1="46757" x2="10008" y2="35967"/>
                        <a14:foregroundMark x1="9553" y1="23186" x2="9553" y2="23186"/>
                        <a14:foregroundMark x1="71190" y1="10083" x2="73465" y2="14708"/>
                        <a14:foregroundMark x1="87187" y1="31342" x2="91736" y2="53372"/>
                        <a14:foregroundMark x1="26914" y1="87733" x2="38817" y2="93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6641"/>
          <a:stretch/>
        </p:blipFill>
        <p:spPr bwMode="auto">
          <a:xfrm>
            <a:off x="4576205" y="3666700"/>
            <a:ext cx="472045" cy="52045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4" name="Picture 43" descr="A close-up of a device&#10;&#10;Description automatically generated with medium confidence">
            <a:extLst>
              <a:ext uri="{FF2B5EF4-FFF2-40B4-BE49-F238E27FC236}">
                <a16:creationId xmlns:a16="http://schemas.microsoft.com/office/drawing/2014/main" id="{CE000F72-CFDD-50B2-6266-3990F202D24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701" b="89316" l="1617" r="94688">
                        <a14:foregroundMark x1="11243" y1="45484" x2="11316" y2="52137"/>
                        <a14:foregroundMark x1="11245" y1="45525" x2="11229" y2="44115"/>
                        <a14:foregroundMark x1="11113" y1="33461" x2="11123" y2="34358"/>
                        <a14:foregroundMark x1="10855" y1="9829" x2="10903" y2="14241"/>
                        <a14:foregroundMark x1="10292" y1="14605" x2="11085" y2="4701"/>
                        <a14:foregroundMark x1="7390" y1="50855" x2="7665" y2="47413"/>
                        <a14:foregroundMark x1="2647" y1="26396" x2="1617" y2="39744"/>
                        <a14:foregroundMark x1="3464" y1="15812" x2="2834" y2="23972"/>
                        <a14:foregroundMark x1="11778" y1="57692" x2="52194" y2="92735"/>
                        <a14:foregroundMark x1="52194" y1="92735" x2="77367" y2="66667"/>
                        <a14:foregroundMark x1="92146" y1="35767" x2="95150" y2="29487"/>
                        <a14:foregroundMark x1="77367" y1="66667" x2="86874" y2="46790"/>
                        <a14:foregroundMark x1="87800" y1="15886" x2="86143" y2="12821"/>
                        <a14:foregroundMark x1="95150" y1="29487" x2="92670" y2="24898"/>
                        <a14:foregroundMark x1="59122" y1="68803" x2="66513" y2="80769"/>
                        <a14:foregroundMark x1="44342" y1="72222" x2="46651" y2="86752"/>
                        <a14:foregroundMark x1="40878" y1="70513" x2="43880" y2="89316"/>
                        <a14:backgroundMark x1="4850" y1="20513" x2="5774" y2="21795"/>
                        <a14:backgroundMark x1="7621" y1="18376" x2="10162" y2="32051"/>
                        <a14:backgroundMark x1="7852" y1="29060" x2="10162" y2="34615"/>
                        <a14:backgroundMark x1="9238" y1="40598" x2="10393" y2="40598"/>
                        <a14:backgroundMark x1="9469" y1="41026" x2="10624" y2="44017"/>
                        <a14:backgroundMark x1="10393" y1="42308" x2="10393" y2="42308"/>
                        <a14:backgroundMark x1="10624" y1="41880" x2="10624" y2="40598"/>
                        <a14:backgroundMark x1="10624" y1="38889" x2="10855" y2="38034"/>
                        <a14:backgroundMark x1="11316" y1="36325" x2="10624" y2="42308"/>
                        <a14:backgroundMark x1="11316" y1="41026" x2="11316" y2="35897"/>
                        <a14:backgroundMark x1="11316" y1="34615" x2="9700" y2="38034"/>
                        <a14:backgroundMark x1="10162" y1="37179" x2="10855" y2="43162"/>
                        <a14:backgroundMark x1="11547" y1="44017" x2="10855" y2="41880"/>
                        <a14:backgroundMark x1="9238" y1="37607" x2="9238" y2="36752"/>
                        <a14:backgroundMark x1="9931" y1="34188" x2="9931" y2="32479"/>
                        <a14:backgroundMark x1="9007" y1="25214" x2="8545" y2="21795"/>
                        <a14:backgroundMark x1="9700" y1="14957" x2="10162" y2="17521"/>
                        <a14:backgroundMark x1="88684" y1="15812" x2="88915" y2="25214"/>
                        <a14:backgroundMark x1="89145" y1="41026" x2="90993" y2="42308"/>
                        <a14:backgroundMark x1="92148" y1="39316" x2="91917" y2="247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3733"/>
          <a:stretch/>
        </p:blipFill>
        <p:spPr bwMode="auto">
          <a:xfrm>
            <a:off x="4325716" y="3206904"/>
            <a:ext cx="757571" cy="39476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9BE2ECD8-E7C2-0C2B-E946-21D6E62BCC42}"/>
              </a:ext>
            </a:extLst>
          </p:cNvPr>
          <p:cNvSpPr txBox="1"/>
          <p:nvPr/>
        </p:nvSpPr>
        <p:spPr>
          <a:xfrm>
            <a:off x="4106019" y="3832628"/>
            <a:ext cx="608396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700" dirty="0">
                <a:latin typeface="Avenir Next LT Pro" panose="020B0504020202020204" pitchFamily="34" charset="0"/>
              </a:rPr>
              <a:t>Seismic Refraction</a:t>
            </a:r>
            <a:endParaRPr lang="en-GB" sz="900" dirty="0">
              <a:latin typeface="Avenir Next LT Pro" panose="020B0504020202020204" pitchFamily="34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FFA0EC2-5079-74E5-18B3-2DA55579B3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8760" y="3286579"/>
            <a:ext cx="757570" cy="463455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1801A74F-778B-DCE1-B405-47FB3FB25230}"/>
              </a:ext>
            </a:extLst>
          </p:cNvPr>
          <p:cNvSpPr txBox="1"/>
          <p:nvPr/>
        </p:nvSpPr>
        <p:spPr>
          <a:xfrm>
            <a:off x="5117162" y="3181492"/>
            <a:ext cx="673533" cy="20005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700" dirty="0">
                <a:latin typeface="Avenir Next LT Pro" panose="020B0504020202020204" pitchFamily="34" charset="0"/>
              </a:rPr>
              <a:t>FEM</a:t>
            </a:r>
            <a:endParaRPr lang="en-GB" sz="900" dirty="0">
              <a:latin typeface="Avenir Next LT Pro" panose="020B0504020202020204" pitchFamily="34" charset="0"/>
            </a:endParaRPr>
          </a:p>
        </p:txBody>
      </p:sp>
      <p:pic>
        <p:nvPicPr>
          <p:cNvPr id="1026" name="Picture 2" descr="WalkTEM 2">
            <a:extLst>
              <a:ext uri="{FF2B5EF4-FFF2-40B4-BE49-F238E27FC236}">
                <a16:creationId xmlns:a16="http://schemas.microsoft.com/office/drawing/2014/main" id="{A17586A5-CD62-79DD-C8A5-C36B369556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9200" y="2439561"/>
            <a:ext cx="585787" cy="585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2B6BED75-6690-784A-D42F-320DD2A1F45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2600" y="1825518"/>
            <a:ext cx="638988" cy="635677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E2ED4277-618C-F9FA-9980-2DB014DC81F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20837" y="926390"/>
            <a:ext cx="855720" cy="635678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B0849E8E-C2E8-4A33-DD9F-77F1F63069D2}"/>
              </a:ext>
            </a:extLst>
          </p:cNvPr>
          <p:cNvSpPr txBox="1"/>
          <p:nvPr/>
        </p:nvSpPr>
        <p:spPr>
          <a:xfrm>
            <a:off x="5673611" y="2057749"/>
            <a:ext cx="673533" cy="20005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700" dirty="0">
                <a:latin typeface="Avenir Next LT Pro" panose="020B0504020202020204" pitchFamily="34" charset="0"/>
              </a:rPr>
              <a:t>ERT</a:t>
            </a:r>
            <a:endParaRPr lang="en-GB" sz="900" dirty="0">
              <a:latin typeface="Avenir Next LT Pro" panose="020B05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A391ADF-D457-00E3-BE16-39553A938D92}"/>
              </a:ext>
            </a:extLst>
          </p:cNvPr>
          <p:cNvSpPr txBox="1"/>
          <p:nvPr/>
        </p:nvSpPr>
        <p:spPr>
          <a:xfrm>
            <a:off x="5661300" y="2640447"/>
            <a:ext cx="673533" cy="20005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700" dirty="0">
                <a:latin typeface="Avenir Next LT Pro" panose="020B0504020202020204" pitchFamily="34" charset="0"/>
              </a:rPr>
              <a:t>TEM</a:t>
            </a:r>
            <a:endParaRPr lang="en-GB" sz="900" dirty="0">
              <a:latin typeface="Avenir Next LT Pro" panose="020B05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0052375-7EB5-D1D6-A108-26B48719BAA4}"/>
              </a:ext>
            </a:extLst>
          </p:cNvPr>
          <p:cNvSpPr txBox="1"/>
          <p:nvPr/>
        </p:nvSpPr>
        <p:spPr>
          <a:xfrm>
            <a:off x="7220837" y="861739"/>
            <a:ext cx="673533" cy="20005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700" dirty="0">
                <a:latin typeface="Avenir Next LT Pro" panose="020B0504020202020204" pitchFamily="34" charset="0"/>
              </a:rPr>
              <a:t>SNMR</a:t>
            </a:r>
            <a:endParaRPr lang="en-GB" sz="900" dirty="0">
              <a:latin typeface="Avenir Next LT Pro" panose="020B0504020202020204" pitchFamily="34" charset="0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0899D5F-F876-AB12-7C3A-1CFDA62178A8}"/>
              </a:ext>
            </a:extLst>
          </p:cNvPr>
          <p:cNvGrpSpPr/>
          <p:nvPr/>
        </p:nvGrpSpPr>
        <p:grpSpPr>
          <a:xfrm>
            <a:off x="3472249" y="3178518"/>
            <a:ext cx="754985" cy="1239969"/>
            <a:chOff x="3452920" y="3254955"/>
            <a:chExt cx="754985" cy="1239969"/>
          </a:xfrm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550F5C88-75A8-9C95-8E1B-564AA282F874}"/>
                </a:ext>
              </a:extLst>
            </p:cNvPr>
            <p:cNvSpPr/>
            <p:nvPr/>
          </p:nvSpPr>
          <p:spPr>
            <a:xfrm>
              <a:off x="3531672" y="3254955"/>
              <a:ext cx="606927" cy="1239969"/>
            </a:xfrm>
            <a:prstGeom prst="roundRect">
              <a:avLst/>
            </a:prstGeom>
            <a:solidFill>
              <a:srgbClr val="96E9F4"/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37B0A87-C4A9-BB65-2B77-FB74A95F5996}"/>
                </a:ext>
              </a:extLst>
            </p:cNvPr>
            <p:cNvSpPr txBox="1"/>
            <p:nvPr/>
          </p:nvSpPr>
          <p:spPr>
            <a:xfrm>
              <a:off x="3452920" y="3773036"/>
              <a:ext cx="754985" cy="30777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700" dirty="0">
                  <a:latin typeface="Avenir Next LT Pro" panose="020B0504020202020204" pitchFamily="34" charset="0"/>
                </a:rPr>
                <a:t>Opportunity Zone</a:t>
              </a:r>
              <a:endParaRPr lang="en-GB" sz="900" dirty="0">
                <a:latin typeface="Avenir Next LT Pro" panose="020B05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3710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7">
            <a:extLst>
              <a:ext uri="{FF2B5EF4-FFF2-40B4-BE49-F238E27FC236}">
                <a16:creationId xmlns:a16="http://schemas.microsoft.com/office/drawing/2014/main" id="{0E5F63C5-68CC-A709-DE35-D807689C48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4" name="Rectangle 31">
            <a:extLst>
              <a:ext uri="{FF2B5EF4-FFF2-40B4-BE49-F238E27FC236}">
                <a16:creationId xmlns:a16="http://schemas.microsoft.com/office/drawing/2014/main" id="{ACF254F9-0DFC-4EFB-8D43-94B6348B7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09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venir Next LT Pro" panose="020B05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GB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venir Next LT Pro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kumimoji="0" lang="en-GB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Rectangle 33">
            <a:extLst>
              <a:ext uri="{FF2B5EF4-FFF2-40B4-BE49-F238E27FC236}">
                <a16:creationId xmlns:a16="http://schemas.microsoft.com/office/drawing/2014/main" id="{E8408596-E6C2-B743-86D6-737C499B83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09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venir Next LT Pro" panose="020B05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GB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venir Next LT Pro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kumimoji="0" lang="en-GB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Rectangle 37">
            <a:extLst>
              <a:ext uri="{FF2B5EF4-FFF2-40B4-BE49-F238E27FC236}">
                <a16:creationId xmlns:a16="http://schemas.microsoft.com/office/drawing/2014/main" id="{15ABEF7E-11E4-F0FF-B349-BB7C56709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09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venir Next LT Pro" panose="020B05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GB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venir Next LT Pro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kumimoji="0" lang="en-GB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Rectangle 40">
            <a:extLst>
              <a:ext uri="{FF2B5EF4-FFF2-40B4-BE49-F238E27FC236}">
                <a16:creationId xmlns:a16="http://schemas.microsoft.com/office/drawing/2014/main" id="{77F6F394-841A-0562-E9A5-2BD7A6CCD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09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venir Next LT Pro" panose="020B05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GB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venir Next LT Pro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kumimoji="0" lang="en-GB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1" name="Picture 30" descr="A picture containing text, screenshot, diagram, software&#10;&#10;Description automatically generated">
            <a:extLst>
              <a:ext uri="{FF2B5EF4-FFF2-40B4-BE49-F238E27FC236}">
                <a16:creationId xmlns:a16="http://schemas.microsoft.com/office/drawing/2014/main" id="{9F44F14C-64DD-E33D-7532-ECD877D95FC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0229" y="921014"/>
            <a:ext cx="3377565" cy="2604135"/>
          </a:xfrm>
          <a:prstGeom prst="rect">
            <a:avLst/>
          </a:prstGeom>
        </p:spPr>
      </p:pic>
      <p:grpSp>
        <p:nvGrpSpPr>
          <p:cNvPr id="1072" name="Group 1071">
            <a:extLst>
              <a:ext uri="{FF2B5EF4-FFF2-40B4-BE49-F238E27FC236}">
                <a16:creationId xmlns:a16="http://schemas.microsoft.com/office/drawing/2014/main" id="{A7A7FA75-C273-3335-AEBC-40D09EA579F2}"/>
              </a:ext>
            </a:extLst>
          </p:cNvPr>
          <p:cNvGrpSpPr/>
          <p:nvPr/>
        </p:nvGrpSpPr>
        <p:grpSpPr>
          <a:xfrm>
            <a:off x="644206" y="1593215"/>
            <a:ext cx="5534084" cy="4921682"/>
            <a:chOff x="944821" y="2233295"/>
            <a:chExt cx="5534084" cy="4921682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49F24824-33C5-EA1E-88CE-1EEB42433C5D}"/>
                </a:ext>
              </a:extLst>
            </p:cNvPr>
            <p:cNvGrpSpPr/>
            <p:nvPr/>
          </p:nvGrpSpPr>
          <p:grpSpPr>
            <a:xfrm>
              <a:off x="944821" y="2233295"/>
              <a:ext cx="5534084" cy="4921682"/>
              <a:chOff x="944821" y="2233295"/>
              <a:chExt cx="5534084" cy="4921682"/>
            </a:xfrm>
          </p:grpSpPr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F427D43B-4006-9831-4CED-0AA614267086}"/>
                  </a:ext>
                </a:extLst>
              </p:cNvPr>
              <p:cNvSpPr/>
              <p:nvPr/>
            </p:nvSpPr>
            <p:spPr>
              <a:xfrm>
                <a:off x="1571625" y="2233295"/>
                <a:ext cx="4906010" cy="3799840"/>
              </a:xfrm>
              <a:prstGeom prst="roundRect">
                <a:avLst>
                  <a:gd name="adj" fmla="val 0"/>
                </a:avLst>
              </a:prstGeom>
              <a:solidFill>
                <a:srgbClr val="CAF0F8"/>
              </a:solidFill>
              <a:ln>
                <a:noFill/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9628DA0D-D5D4-FBD8-0D24-2EC2A80D686F}"/>
                  </a:ext>
                </a:extLst>
              </p:cNvPr>
              <p:cNvSpPr/>
              <p:nvPr/>
            </p:nvSpPr>
            <p:spPr>
              <a:xfrm rot="16922370">
                <a:off x="5582396" y="2155825"/>
                <a:ext cx="781050" cy="995680"/>
              </a:xfrm>
              <a:prstGeom prst="ellipse">
                <a:avLst/>
              </a:prstGeom>
              <a:solidFill>
                <a:srgbClr val="EAF9F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7528F970-9144-A3E3-CA78-2849B1C144CC}"/>
                  </a:ext>
                </a:extLst>
              </p:cNvPr>
              <p:cNvSpPr/>
              <p:nvPr/>
            </p:nvSpPr>
            <p:spPr>
              <a:xfrm rot="16922370">
                <a:off x="4500782" y="3207068"/>
                <a:ext cx="1421765" cy="1064260"/>
              </a:xfrm>
              <a:prstGeom prst="ellipse">
                <a:avLst/>
              </a:prstGeom>
              <a:solidFill>
                <a:srgbClr val="EAF9F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328724D7-8164-E3B7-59A0-DA1EAE725F4D}"/>
                  </a:ext>
                </a:extLst>
              </p:cNvPr>
              <p:cNvSpPr/>
              <p:nvPr/>
            </p:nvSpPr>
            <p:spPr>
              <a:xfrm rot="14581248">
                <a:off x="3423579" y="4055978"/>
                <a:ext cx="1233184" cy="1604593"/>
              </a:xfrm>
              <a:prstGeom prst="ellipse">
                <a:avLst/>
              </a:prstGeom>
              <a:solidFill>
                <a:srgbClr val="EAF9F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43F746F6-1D54-DA39-C142-D47781C0D98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74800" y="2237105"/>
                <a:ext cx="0" cy="388112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C1F8F572-FE24-BEF7-EC6A-00C5DEB24B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95425" y="6040755"/>
                <a:ext cx="498348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37">
                <a:extLst>
                  <a:ext uri="{FF2B5EF4-FFF2-40B4-BE49-F238E27FC236}">
                    <a16:creationId xmlns:a16="http://schemas.microsoft.com/office/drawing/2014/main" id="{9B93724C-01BE-0AA0-CB11-4593404337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98487" y="6847200"/>
                <a:ext cx="886040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venir Next LT Pro" panose="020B05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Price / £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" name="TextBox 38">
                <a:extLst>
                  <a:ext uri="{FF2B5EF4-FFF2-40B4-BE49-F238E27FC236}">
                    <a16:creationId xmlns:a16="http://schemas.microsoft.com/office/drawing/2014/main" id="{C849D74F-54F1-A755-3CDD-7A0FD32EF4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44821" y="2322355"/>
                <a:ext cx="695619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venir Next LT Pro" panose="020B05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Data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venir Next LT Pro" panose="020B05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Value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" name="TextBox 41">
                <a:extLst>
                  <a:ext uri="{FF2B5EF4-FFF2-40B4-BE49-F238E27FC236}">
                    <a16:creationId xmlns:a16="http://schemas.microsoft.com/office/drawing/2014/main" id="{A6895D42-0807-EC79-559A-FD1A0328F3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38318" y="4395643"/>
                <a:ext cx="673100" cy="4476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7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venir Next LT Pro" panose="020B05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4-electrode Resistivity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pic>
            <p:nvPicPr>
              <p:cNvPr id="2053" name="Picture 42" descr="Stratavisor NZXP from Geometrics">
                <a:extLst>
                  <a:ext uri="{FF2B5EF4-FFF2-40B4-BE49-F238E27FC236}">
                    <a16:creationId xmlns:a16="http://schemas.microsoft.com/office/drawing/2014/main" id="{389057FE-D3CC-3323-4BDD-3FD8E624E18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6641"/>
              <a:stretch>
                <a:fillRect/>
              </a:stretch>
            </p:blipFill>
            <p:spPr bwMode="auto">
              <a:xfrm>
                <a:off x="3438318" y="4725351"/>
                <a:ext cx="471488" cy="5207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52" name="Picture 43" descr="A close-up of a device&#10;&#10;Description automatically generated with medium confidence">
                <a:extLst>
                  <a:ext uri="{FF2B5EF4-FFF2-40B4-BE49-F238E27FC236}">
                    <a16:creationId xmlns:a16="http://schemas.microsoft.com/office/drawing/2014/main" id="{F257502A-BC0C-FDD6-7B28-45ACBB35CB7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3732"/>
              <a:stretch>
                <a:fillRect/>
              </a:stretch>
            </p:blipFill>
            <p:spPr bwMode="auto">
              <a:xfrm>
                <a:off x="4026720" y="4384740"/>
                <a:ext cx="598488" cy="3111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2" name="TextBox 44">
                <a:extLst>
                  <a:ext uri="{FF2B5EF4-FFF2-40B4-BE49-F238E27FC236}">
                    <a16:creationId xmlns:a16="http://schemas.microsoft.com/office/drawing/2014/main" id="{A6D39FFB-03D7-BAD6-6B17-C0F6F4B842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13160" y="5163062"/>
                <a:ext cx="723046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7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venir Next LT Pro" panose="020B05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Seismic Refraction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pic>
            <p:nvPicPr>
              <p:cNvPr id="2050" name="Picture 46">
                <a:extLst>
                  <a:ext uri="{FF2B5EF4-FFF2-40B4-BE49-F238E27FC236}">
                    <a16:creationId xmlns:a16="http://schemas.microsoft.com/office/drawing/2014/main" id="{60A57432-A6E2-C176-B03B-789B1D94314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41507" y="4712432"/>
                <a:ext cx="757237" cy="4635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3" name="TextBox 49">
                <a:extLst>
                  <a:ext uri="{FF2B5EF4-FFF2-40B4-BE49-F238E27FC236}">
                    <a16:creationId xmlns:a16="http://schemas.microsoft.com/office/drawing/2014/main" id="{F72F958A-972F-EB9F-4767-460A431C79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17731" y="5120635"/>
                <a:ext cx="419100" cy="2174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7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venir Next LT Pro" panose="020B05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FEM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pic>
            <p:nvPicPr>
              <p:cNvPr id="2073" name="Picture 2" descr="WalkTEM 2">
                <a:extLst>
                  <a:ext uri="{FF2B5EF4-FFF2-40B4-BE49-F238E27FC236}">
                    <a16:creationId xmlns:a16="http://schemas.microsoft.com/office/drawing/2014/main" id="{F0CAB4B2-1F75-321D-C679-98D9FF5D367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86228" y="3734438"/>
                <a:ext cx="585787" cy="5857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49" name="Picture 51">
                <a:extLst>
                  <a:ext uri="{FF2B5EF4-FFF2-40B4-BE49-F238E27FC236}">
                    <a16:creationId xmlns:a16="http://schemas.microsoft.com/office/drawing/2014/main" id="{DD2E655F-F100-12F4-28F7-7B1803DF9F5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79890" y="3140713"/>
                <a:ext cx="638175" cy="635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65" name="Picture 53">
                <a:extLst>
                  <a:ext uri="{FF2B5EF4-FFF2-40B4-BE49-F238E27FC236}">
                    <a16:creationId xmlns:a16="http://schemas.microsoft.com/office/drawing/2014/main" id="{EFBABCA2-621E-1358-DA8F-E415AB41602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31278" y="2341563"/>
                <a:ext cx="854075" cy="635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4" name="TextBox 54">
                <a:extLst>
                  <a:ext uri="{FF2B5EF4-FFF2-40B4-BE49-F238E27FC236}">
                    <a16:creationId xmlns:a16="http://schemas.microsoft.com/office/drawing/2014/main" id="{06FA8218-632F-A6FE-C5C0-12B27C0F62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28417" y="3411217"/>
                <a:ext cx="673100" cy="3206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7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venir Next LT Pro" panose="020B05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ERT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" name="TextBox 55">
                <a:extLst>
                  <a:ext uri="{FF2B5EF4-FFF2-40B4-BE49-F238E27FC236}">
                    <a16:creationId xmlns:a16="http://schemas.microsoft.com/office/drawing/2014/main" id="{D05892FB-D8D9-5BD8-2939-4D6FD87CAE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43365" y="4205925"/>
                <a:ext cx="673100" cy="3206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7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venir Next LT Pro" panose="020B05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TEM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" name="TextBox 56">
                <a:extLst>
                  <a:ext uri="{FF2B5EF4-FFF2-40B4-BE49-F238E27FC236}">
                    <a16:creationId xmlns:a16="http://schemas.microsoft.com/office/drawing/2014/main" id="{37FEC919-9DBE-9D6B-EFB0-176D6C0251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31278" y="2284413"/>
                <a:ext cx="673100" cy="2174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7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venir Next LT Pro" panose="020B05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SNMR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F0899D5F-F876-AB12-7C3A-1CFDA62178A8}"/>
                  </a:ext>
                </a:extLst>
              </p:cNvPr>
              <p:cNvGrpSpPr/>
              <p:nvPr/>
            </p:nvGrpSpPr>
            <p:grpSpPr>
              <a:xfrm>
                <a:off x="1884493" y="4489054"/>
                <a:ext cx="1130724" cy="1239520"/>
                <a:chOff x="1398537" y="2370639"/>
                <a:chExt cx="926414" cy="1239969"/>
              </a:xfrm>
            </p:grpSpPr>
            <p:sp>
              <p:nvSpPr>
                <p:cNvPr id="18" name="Rectangle: Rounded Corners 17">
                  <a:extLst>
                    <a:ext uri="{FF2B5EF4-FFF2-40B4-BE49-F238E27FC236}">
                      <a16:creationId xmlns:a16="http://schemas.microsoft.com/office/drawing/2014/main" id="{550F5C88-75A8-9C95-8E1B-564AA282F874}"/>
                    </a:ext>
                  </a:extLst>
                </p:cNvPr>
                <p:cNvSpPr/>
                <p:nvPr/>
              </p:nvSpPr>
              <p:spPr>
                <a:xfrm>
                  <a:off x="1446064" y="2370639"/>
                  <a:ext cx="851527" cy="1239969"/>
                </a:xfrm>
                <a:prstGeom prst="roundRect">
                  <a:avLst/>
                </a:prstGeom>
                <a:solidFill>
                  <a:srgbClr val="96E9F4"/>
                </a:solidFill>
                <a:ln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9" name="TextBox 58">
                  <a:extLst>
                    <a:ext uri="{FF2B5EF4-FFF2-40B4-BE49-F238E27FC236}">
                      <a16:creationId xmlns:a16="http://schemas.microsoft.com/office/drawing/2014/main" id="{037B0A87-C4A9-BB65-2B77-FB74A95F5996}"/>
                    </a:ext>
                  </a:extLst>
                </p:cNvPr>
                <p:cNvSpPr txBox="1"/>
                <p:nvPr/>
              </p:nvSpPr>
              <p:spPr>
                <a:xfrm>
                  <a:off x="1398537" y="2783373"/>
                  <a:ext cx="926414" cy="438150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noAutofit/>
                </a:bodyPr>
                <a:lstStyle/>
                <a:p>
                  <a:pPr algn="ctr">
                    <a:spcAft>
                      <a:spcPts val="800"/>
                    </a:spcAft>
                  </a:pPr>
                  <a:r>
                    <a:rPr lang="en-GB" sz="1200" b="1" kern="1200" dirty="0">
                      <a:solidFill>
                        <a:srgbClr val="000000"/>
                      </a:solidFill>
                      <a:effectLst/>
                      <a:latin typeface="Avenir Next LT Pro" panose="020B050402020202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Opportunity Area</a:t>
                  </a:r>
                </a:p>
              </p:txBody>
            </p:sp>
          </p:grpSp>
          <p:sp>
            <p:nvSpPr>
              <p:cNvPr id="20" name="Text Box 14">
                <a:extLst>
                  <a:ext uri="{FF2B5EF4-FFF2-40B4-BE49-F238E27FC236}">
                    <a16:creationId xmlns:a16="http://schemas.microsoft.com/office/drawing/2014/main" id="{E9DCC323-F68B-C0BA-DD43-C45BC2347A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03585" y="4041629"/>
                <a:ext cx="819150" cy="354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venir Next LT Pro" panose="020B05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Low-end Professional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1" name="Text Box 15">
                <a:extLst>
                  <a:ext uri="{FF2B5EF4-FFF2-40B4-BE49-F238E27FC236}">
                    <a16:creationId xmlns:a16="http://schemas.microsoft.com/office/drawing/2014/main" id="{C5D30D54-B3E8-19B5-AF6F-B5F5BFC07D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91051" y="2339017"/>
                <a:ext cx="819150" cy="3540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venir Next LT Pro" panose="020B05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Specialist Scientific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" name="Text Box 19">
                <a:extLst>
                  <a:ext uri="{FF2B5EF4-FFF2-40B4-BE49-F238E27FC236}">
                    <a16:creationId xmlns:a16="http://schemas.microsoft.com/office/drawing/2014/main" id="{236BB660-7B35-494E-89F0-5182990F23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5053" y="2938514"/>
                <a:ext cx="819150" cy="3540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venir Next LT Pro" panose="020B05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High-end Professional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60" name="TextBox 37">
                <a:extLst>
                  <a:ext uri="{FF2B5EF4-FFF2-40B4-BE49-F238E27FC236}">
                    <a16:creationId xmlns:a16="http://schemas.microsoft.com/office/drawing/2014/main" id="{E17E7B73-F8BC-FF37-0D08-4C56E8FF27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5400000">
                <a:off x="1925503" y="6239383"/>
                <a:ext cx="713776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venir Next LT Pro" panose="020B05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1000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61" name="TextBox 37">
                <a:extLst>
                  <a:ext uri="{FF2B5EF4-FFF2-40B4-BE49-F238E27FC236}">
                    <a16:creationId xmlns:a16="http://schemas.microsoft.com/office/drawing/2014/main" id="{E78D9978-E557-E0D6-4BF6-BE30FAB406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5400000">
                <a:off x="3495314" y="6264968"/>
                <a:ext cx="785387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venir Next LT Pro" panose="020B05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10,000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63" name="TextBox 37">
                <a:extLst>
                  <a:ext uri="{FF2B5EF4-FFF2-40B4-BE49-F238E27FC236}">
                    <a16:creationId xmlns:a16="http://schemas.microsoft.com/office/drawing/2014/main" id="{DC4406E6-49CA-0D3E-9B5E-C15EC5F4BB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5400000">
                <a:off x="5710756" y="6363223"/>
                <a:ext cx="967955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venir Next LT Pro" panose="020B05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100,000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24" name="TextBox 37">
                <a:extLst>
                  <a:ext uri="{FF2B5EF4-FFF2-40B4-BE49-F238E27FC236}">
                    <a16:creationId xmlns:a16="http://schemas.microsoft.com/office/drawing/2014/main" id="{42E27010-11F7-F69F-3B3F-195F93F4B9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5400000">
                <a:off x="5021958" y="6363224"/>
                <a:ext cx="967955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en-US" sz="1400" dirty="0">
                    <a:solidFill>
                      <a:srgbClr val="000000"/>
                    </a:solidFill>
                    <a:latin typeface="Avenir Next LT Pro" panose="020B05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5</a:t>
                </a:r>
                <a:r>
                  <a:rPr kumimoji="0" lang="en-US" altLang="en-US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venir Next LT Pro" panose="020B05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0,000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cxnSp>
          <p:nvCxnSpPr>
            <p:cNvPr id="1047" name="Straight Connector 1046">
              <a:extLst>
                <a:ext uri="{FF2B5EF4-FFF2-40B4-BE49-F238E27FC236}">
                  <a16:creationId xmlns:a16="http://schemas.microsoft.com/office/drawing/2014/main" id="{36DED2CC-B59D-2C57-8420-D4B33CD44DA1}"/>
                </a:ext>
              </a:extLst>
            </p:cNvPr>
            <p:cNvCxnSpPr>
              <a:cxnSpLocks/>
            </p:cNvCxnSpPr>
            <p:nvPr/>
          </p:nvCxnSpPr>
          <p:spPr>
            <a:xfrm>
              <a:off x="2286000" y="6040755"/>
              <a:ext cx="0" cy="3857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4" name="Straight Connector 1053">
              <a:extLst>
                <a:ext uri="{FF2B5EF4-FFF2-40B4-BE49-F238E27FC236}">
                  <a16:creationId xmlns:a16="http://schemas.microsoft.com/office/drawing/2014/main" id="{2BB36EA6-9B25-CACE-3511-E461844F8DA4}"/>
                </a:ext>
              </a:extLst>
            </p:cNvPr>
            <p:cNvCxnSpPr>
              <a:cxnSpLocks/>
            </p:cNvCxnSpPr>
            <p:nvPr/>
          </p:nvCxnSpPr>
          <p:spPr>
            <a:xfrm>
              <a:off x="2681904" y="6040755"/>
              <a:ext cx="0" cy="3857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5" name="Straight Connector 1054">
              <a:extLst>
                <a:ext uri="{FF2B5EF4-FFF2-40B4-BE49-F238E27FC236}">
                  <a16:creationId xmlns:a16="http://schemas.microsoft.com/office/drawing/2014/main" id="{4E0F80FB-2DE1-508C-AC74-57EBA053CC5D}"/>
                </a:ext>
              </a:extLst>
            </p:cNvPr>
            <p:cNvCxnSpPr>
              <a:cxnSpLocks/>
            </p:cNvCxnSpPr>
            <p:nvPr/>
          </p:nvCxnSpPr>
          <p:spPr>
            <a:xfrm>
              <a:off x="2974798" y="6040755"/>
              <a:ext cx="0" cy="3857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6" name="Straight Connector 1055">
              <a:extLst>
                <a:ext uri="{FF2B5EF4-FFF2-40B4-BE49-F238E27FC236}">
                  <a16:creationId xmlns:a16="http://schemas.microsoft.com/office/drawing/2014/main" id="{05E8B20B-2962-CFC9-E48B-FE350F0E875E}"/>
                </a:ext>
              </a:extLst>
            </p:cNvPr>
            <p:cNvCxnSpPr>
              <a:cxnSpLocks/>
            </p:cNvCxnSpPr>
            <p:nvPr/>
          </p:nvCxnSpPr>
          <p:spPr>
            <a:xfrm>
              <a:off x="3198635" y="6040755"/>
              <a:ext cx="0" cy="3857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7" name="Straight Connector 1056">
              <a:extLst>
                <a:ext uri="{FF2B5EF4-FFF2-40B4-BE49-F238E27FC236}">
                  <a16:creationId xmlns:a16="http://schemas.microsoft.com/office/drawing/2014/main" id="{D49BC692-0C9F-D3FC-77C3-49247993EB29}"/>
                </a:ext>
              </a:extLst>
            </p:cNvPr>
            <p:cNvCxnSpPr>
              <a:cxnSpLocks/>
            </p:cNvCxnSpPr>
            <p:nvPr/>
          </p:nvCxnSpPr>
          <p:spPr>
            <a:xfrm>
              <a:off x="3384372" y="6040755"/>
              <a:ext cx="0" cy="3857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8" name="Straight Connector 1057">
              <a:extLst>
                <a:ext uri="{FF2B5EF4-FFF2-40B4-BE49-F238E27FC236}">
                  <a16:creationId xmlns:a16="http://schemas.microsoft.com/office/drawing/2014/main" id="{E0B470BC-E6D1-791B-1269-CE3AD6E6AABE}"/>
                </a:ext>
              </a:extLst>
            </p:cNvPr>
            <p:cNvCxnSpPr>
              <a:cxnSpLocks/>
            </p:cNvCxnSpPr>
            <p:nvPr/>
          </p:nvCxnSpPr>
          <p:spPr>
            <a:xfrm>
              <a:off x="3536773" y="6040755"/>
              <a:ext cx="0" cy="3857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Straight Connector 1058">
              <a:extLst>
                <a:ext uri="{FF2B5EF4-FFF2-40B4-BE49-F238E27FC236}">
                  <a16:creationId xmlns:a16="http://schemas.microsoft.com/office/drawing/2014/main" id="{D1BE0F46-E4D6-9E54-973E-8A92C443BBDC}"/>
                </a:ext>
              </a:extLst>
            </p:cNvPr>
            <p:cNvCxnSpPr>
              <a:cxnSpLocks/>
            </p:cNvCxnSpPr>
            <p:nvPr/>
          </p:nvCxnSpPr>
          <p:spPr>
            <a:xfrm>
              <a:off x="3660383" y="6040755"/>
              <a:ext cx="0" cy="3857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0" name="Straight Connector 1059">
              <a:extLst>
                <a:ext uri="{FF2B5EF4-FFF2-40B4-BE49-F238E27FC236}">
                  <a16:creationId xmlns:a16="http://schemas.microsoft.com/office/drawing/2014/main" id="{7561DD21-9D35-0675-F856-B39966444BFB}"/>
                </a:ext>
              </a:extLst>
            </p:cNvPr>
            <p:cNvCxnSpPr>
              <a:cxnSpLocks/>
            </p:cNvCxnSpPr>
            <p:nvPr/>
          </p:nvCxnSpPr>
          <p:spPr>
            <a:xfrm>
              <a:off x="3774683" y="6040755"/>
              <a:ext cx="0" cy="3857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1" name="Straight Connector 1060">
              <a:extLst>
                <a:ext uri="{FF2B5EF4-FFF2-40B4-BE49-F238E27FC236}">
                  <a16:creationId xmlns:a16="http://schemas.microsoft.com/office/drawing/2014/main" id="{5330E739-5C84-4447-FE51-13094762BF4F}"/>
                </a:ext>
              </a:extLst>
            </p:cNvPr>
            <p:cNvCxnSpPr>
              <a:cxnSpLocks/>
            </p:cNvCxnSpPr>
            <p:nvPr/>
          </p:nvCxnSpPr>
          <p:spPr>
            <a:xfrm>
              <a:off x="3876498" y="6040755"/>
              <a:ext cx="0" cy="3857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2" name="Straight Connector 1061">
              <a:extLst>
                <a:ext uri="{FF2B5EF4-FFF2-40B4-BE49-F238E27FC236}">
                  <a16:creationId xmlns:a16="http://schemas.microsoft.com/office/drawing/2014/main" id="{83A60E1B-7CD0-019E-60E9-9F46456708DE}"/>
                </a:ext>
              </a:extLst>
            </p:cNvPr>
            <p:cNvCxnSpPr>
              <a:cxnSpLocks/>
            </p:cNvCxnSpPr>
            <p:nvPr/>
          </p:nvCxnSpPr>
          <p:spPr>
            <a:xfrm>
              <a:off x="4607719" y="6040755"/>
              <a:ext cx="0" cy="3857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3" name="Straight Connector 1062">
              <a:extLst>
                <a:ext uri="{FF2B5EF4-FFF2-40B4-BE49-F238E27FC236}">
                  <a16:creationId xmlns:a16="http://schemas.microsoft.com/office/drawing/2014/main" id="{DD999319-55A9-A3DC-CFBF-C2FA5ED599CA}"/>
                </a:ext>
              </a:extLst>
            </p:cNvPr>
            <p:cNvCxnSpPr>
              <a:cxnSpLocks/>
            </p:cNvCxnSpPr>
            <p:nvPr/>
          </p:nvCxnSpPr>
          <p:spPr>
            <a:xfrm>
              <a:off x="5003623" y="6040755"/>
              <a:ext cx="0" cy="3857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4" name="Straight Connector 1063">
              <a:extLst>
                <a:ext uri="{FF2B5EF4-FFF2-40B4-BE49-F238E27FC236}">
                  <a16:creationId xmlns:a16="http://schemas.microsoft.com/office/drawing/2014/main" id="{5984088C-3089-AACA-F72C-F56DF1B98514}"/>
                </a:ext>
              </a:extLst>
            </p:cNvPr>
            <p:cNvCxnSpPr>
              <a:cxnSpLocks/>
            </p:cNvCxnSpPr>
            <p:nvPr/>
          </p:nvCxnSpPr>
          <p:spPr>
            <a:xfrm>
              <a:off x="5296517" y="6040755"/>
              <a:ext cx="0" cy="3857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5" name="Straight Connector 1064">
              <a:extLst>
                <a:ext uri="{FF2B5EF4-FFF2-40B4-BE49-F238E27FC236}">
                  <a16:creationId xmlns:a16="http://schemas.microsoft.com/office/drawing/2014/main" id="{C7EA2668-0020-A59A-5365-8B2D63FABB39}"/>
                </a:ext>
              </a:extLst>
            </p:cNvPr>
            <p:cNvCxnSpPr>
              <a:cxnSpLocks/>
            </p:cNvCxnSpPr>
            <p:nvPr/>
          </p:nvCxnSpPr>
          <p:spPr>
            <a:xfrm>
              <a:off x="5520354" y="6040755"/>
              <a:ext cx="0" cy="3857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6" name="Straight Connector 1065">
              <a:extLst>
                <a:ext uri="{FF2B5EF4-FFF2-40B4-BE49-F238E27FC236}">
                  <a16:creationId xmlns:a16="http://schemas.microsoft.com/office/drawing/2014/main" id="{2AD59D8A-AE0F-4D8D-7AB9-1E796AA3EE4A}"/>
                </a:ext>
              </a:extLst>
            </p:cNvPr>
            <p:cNvCxnSpPr>
              <a:cxnSpLocks/>
            </p:cNvCxnSpPr>
            <p:nvPr/>
          </p:nvCxnSpPr>
          <p:spPr>
            <a:xfrm>
              <a:off x="5706091" y="6040755"/>
              <a:ext cx="0" cy="3857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7" name="Straight Connector 1066">
              <a:extLst>
                <a:ext uri="{FF2B5EF4-FFF2-40B4-BE49-F238E27FC236}">
                  <a16:creationId xmlns:a16="http://schemas.microsoft.com/office/drawing/2014/main" id="{7EB86262-A914-7887-E32A-DE4F88AD66D6}"/>
                </a:ext>
              </a:extLst>
            </p:cNvPr>
            <p:cNvCxnSpPr>
              <a:cxnSpLocks/>
            </p:cNvCxnSpPr>
            <p:nvPr/>
          </p:nvCxnSpPr>
          <p:spPr>
            <a:xfrm>
              <a:off x="5858492" y="6040755"/>
              <a:ext cx="0" cy="3857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8" name="Straight Connector 1067">
              <a:extLst>
                <a:ext uri="{FF2B5EF4-FFF2-40B4-BE49-F238E27FC236}">
                  <a16:creationId xmlns:a16="http://schemas.microsoft.com/office/drawing/2014/main" id="{A9904E94-CEFE-BD0C-2E9D-D79FB5D2F15B}"/>
                </a:ext>
              </a:extLst>
            </p:cNvPr>
            <p:cNvCxnSpPr>
              <a:cxnSpLocks/>
            </p:cNvCxnSpPr>
            <p:nvPr/>
          </p:nvCxnSpPr>
          <p:spPr>
            <a:xfrm>
              <a:off x="5982102" y="6040755"/>
              <a:ext cx="0" cy="3857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9" name="Straight Connector 1068">
              <a:extLst>
                <a:ext uri="{FF2B5EF4-FFF2-40B4-BE49-F238E27FC236}">
                  <a16:creationId xmlns:a16="http://schemas.microsoft.com/office/drawing/2014/main" id="{D2FEC000-6A27-41FD-19EA-52E1EFAD383A}"/>
                </a:ext>
              </a:extLst>
            </p:cNvPr>
            <p:cNvCxnSpPr>
              <a:cxnSpLocks/>
            </p:cNvCxnSpPr>
            <p:nvPr/>
          </p:nvCxnSpPr>
          <p:spPr>
            <a:xfrm>
              <a:off x="6096402" y="6040755"/>
              <a:ext cx="0" cy="3857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0" name="Straight Connector 1069">
              <a:extLst>
                <a:ext uri="{FF2B5EF4-FFF2-40B4-BE49-F238E27FC236}">
                  <a16:creationId xmlns:a16="http://schemas.microsoft.com/office/drawing/2014/main" id="{DBC46923-5C12-605F-90E3-6ADDBBFBC64A}"/>
                </a:ext>
              </a:extLst>
            </p:cNvPr>
            <p:cNvCxnSpPr>
              <a:cxnSpLocks/>
            </p:cNvCxnSpPr>
            <p:nvPr/>
          </p:nvCxnSpPr>
          <p:spPr>
            <a:xfrm>
              <a:off x="6198217" y="6040755"/>
              <a:ext cx="0" cy="3857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89066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C9AA8091-2BDA-93E2-EAC5-71A5EEE7D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65" y="603885"/>
            <a:ext cx="508635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003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1358</TotalTime>
  <Words>278</Words>
  <Application>Microsoft Office PowerPoint</Application>
  <PresentationFormat>Widescreen</PresentationFormat>
  <Paragraphs>213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Avenir Next LT Pro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Harry Mills</dc:creator>
  <cp:lastModifiedBy>Harry Mills</cp:lastModifiedBy>
  <cp:revision>1</cp:revision>
  <dcterms:created xsi:type="dcterms:W3CDTF">2023-05-11T01:16:01Z</dcterms:created>
  <dcterms:modified xsi:type="dcterms:W3CDTF">2025-07-02T20:05:44Z</dcterms:modified>
</cp:coreProperties>
</file>