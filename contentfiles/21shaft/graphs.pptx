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D54C6-AD57-7951-F715-29008D8068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243ED2-FE2D-A6BB-744F-16E859848D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5A0AF-641E-9825-7D76-56E0B0480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676F4-72A6-4A32-8F50-9AE4131F5E25}" type="datetimeFigureOut">
              <a:rPr lang="en-GB" smtClean="0"/>
              <a:t>02/07/2025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B7B09-75E6-751C-F86D-F3869F77D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6066C-F074-CBEB-6127-0A4FCC68C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30E93-4732-40A8-9CF5-21A58DA715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7815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15D4E-043C-3FBB-9D4E-A51E2FA97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ADE5B-2001-9024-475A-481FACECC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86B3C-23A6-094F-F508-F339A860D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676F4-72A6-4A32-8F50-9AE4131F5E25}" type="datetimeFigureOut">
              <a:rPr lang="en-GB" smtClean="0"/>
              <a:t>02/07/2025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E1D4D-E39E-7766-4443-966C07F5D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16C4A-60DC-5FF6-DE8D-144691EEF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30E93-4732-40A8-9CF5-21A58DA715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602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AF090-8186-B571-538F-371EE91C4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271BE-EFFC-92B5-F6C4-29B645CAA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D69DB-2375-407F-1536-08F473AB4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676F4-72A6-4A32-8F50-9AE4131F5E25}" type="datetimeFigureOut">
              <a:rPr lang="en-GB" smtClean="0"/>
              <a:t>02/07/2025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86336-BA46-4C51-6462-A7101C294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2A481-1457-BC50-A288-210DAD36A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30E93-4732-40A8-9CF5-21A58DA715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3557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93292-DE45-2DB0-E19C-E73038D00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4AFE3-D842-965F-1CC8-AAB5BAAD9A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5E2366-65E2-E039-95B6-C429525CD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647D07-95E1-A5E8-3351-AF5106CFC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676F4-72A6-4A32-8F50-9AE4131F5E25}" type="datetimeFigureOut">
              <a:rPr lang="en-GB" smtClean="0"/>
              <a:t>02/07/2025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61742C-DE35-6DAA-AD27-2715C3028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D0BBFE-DECC-D44D-55F3-5E24B5456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30E93-4732-40A8-9CF5-21A58DA715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4177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61C02-3753-42FE-0121-86666B9E0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5E5F6B-DE76-B880-EB04-E24A05CEDC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DD9FB4-24C0-54E7-45B1-3B0BC037B9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CAC4E7-51DD-ACFC-8034-7FC0B8E45D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C23D1-C4A7-7E7B-6B2F-0EA5A436E8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1EB4D7-EB6B-E3EB-BF59-04716C174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676F4-72A6-4A32-8F50-9AE4131F5E25}" type="datetimeFigureOut">
              <a:rPr lang="en-GB" smtClean="0"/>
              <a:t>02/07/2025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BC1CD7-2DC8-EC50-8F9E-9AEECCAF9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B51457-A0A5-0603-015A-37B9C1D1D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30E93-4732-40A8-9CF5-21A58DA715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9455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3DB4A-C562-453C-FAF7-6F8DCC73C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755ED4-2E58-9F9B-17A4-D27BF6737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676F4-72A6-4A32-8F50-9AE4131F5E25}" type="datetimeFigureOut">
              <a:rPr lang="en-GB" smtClean="0"/>
              <a:t>02/07/2025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333E66-BECE-243F-38A3-1E9005072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2B671E-82AE-0B81-C1EA-CF9B6A052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30E93-4732-40A8-9CF5-21A58DA715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324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A7B865-95AE-FA7F-BA79-E45366FBA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676F4-72A6-4A32-8F50-9AE4131F5E25}" type="datetimeFigureOut">
              <a:rPr lang="en-GB" smtClean="0"/>
              <a:t>02/07/2025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F9E35E-BD8E-6BC0-E617-6BC986F84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9BFF3-3A77-1B3F-8897-0D7F01FE0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30E93-4732-40A8-9CF5-21A58DA715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3532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C02C5-C357-667F-EAD6-A7B118BCC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76304-AEFC-C414-AA0C-5C0D6B847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76860D-933C-16F4-90C8-3AAE852F0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62ED08-52A6-6009-DF9A-F6FD2FE03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676F4-72A6-4A32-8F50-9AE4131F5E25}" type="datetimeFigureOut">
              <a:rPr lang="en-GB" smtClean="0"/>
              <a:t>02/07/2025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A01B3-3920-74FF-E54A-739631B2C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8BBEF-7BEF-0DD9-B5A1-6563C7F5D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30E93-4732-40A8-9CF5-21A58DA715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7718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34D6B-140D-4AD7-496C-2DBB6D3BD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981522-8B55-1AEE-F924-21DEE751E6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4F8DDA-35ED-E1DE-BEE4-DEB5C5EB34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E0B1D-4F7D-7464-AC86-4D9A11449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676F4-72A6-4A32-8F50-9AE4131F5E25}" type="datetimeFigureOut">
              <a:rPr lang="en-GB" smtClean="0"/>
              <a:t>02/07/2025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4B098-5364-FCE2-21D1-2BF6C5993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2241A8-6F65-1DFB-8960-E57D37B81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30E93-4732-40A8-9CF5-21A58DA715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212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DC899-292E-F32B-E4F9-FE4D988A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E1CF71-07BB-EEDC-A318-8903B9E0C1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63C3D-C11C-00CD-A7C9-928EA8B01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676F4-72A6-4A32-8F50-9AE4131F5E25}" type="datetimeFigureOut">
              <a:rPr lang="en-GB" smtClean="0"/>
              <a:t>02/07/2025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C26FE-0903-556B-E448-F93A0E6D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F5206-A0FE-BE43-7501-17D4CFFF0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30E93-4732-40A8-9CF5-21A58DA715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3431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E3DDF3-72C5-48A4-FF66-E140BD50E2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552239-F81A-9ACA-54EC-B0A4E48F6F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91715-1C8A-D50C-9F6A-7D23FE28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676F4-72A6-4A32-8F50-9AE4131F5E25}" type="datetimeFigureOut">
              <a:rPr lang="en-GB" smtClean="0"/>
              <a:t>02/07/2025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E0E9D-7E41-900C-1391-98E8458C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CAA3C-CA1E-BC6B-4616-AED9C521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30E93-4732-40A8-9CF5-21A58DA715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3447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0E0103-E438-CA40-1585-05AEDE6B9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631F0-5913-D95F-5B98-B134C572F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88DDE-8CBF-F409-9B5F-06AEBE09DC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C676F4-72A6-4A32-8F50-9AE4131F5E25}" type="datetimeFigureOut">
              <a:rPr lang="en-GB" smtClean="0"/>
              <a:t>02/07/2025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2E6FA-80FA-265B-0AD2-88DB6DC0DB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2C317-BAFE-63DB-E0BA-7095073DCB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30E93-4732-40A8-9CF5-21A58DA715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0142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EDE7D5-6DFB-A558-902A-8CA439892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6092"/>
            <a:ext cx="3993674" cy="56603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8F0C50-966B-C6ED-6F8E-1CB28C590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9163" y="1078269"/>
            <a:ext cx="3993674" cy="195426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E210C11D-860F-0E42-758A-7233AAEC9CB3}"/>
              </a:ext>
            </a:extLst>
          </p:cNvPr>
          <p:cNvGrpSpPr/>
          <p:nvPr/>
        </p:nvGrpSpPr>
        <p:grpSpPr>
          <a:xfrm>
            <a:off x="5797311" y="3490792"/>
            <a:ext cx="4591051" cy="2288939"/>
            <a:chOff x="4533899" y="3899188"/>
            <a:chExt cx="5191125" cy="258811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1223845-7EF7-94D0-5966-4675E18373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33899" y="3899188"/>
              <a:ext cx="5191125" cy="2588115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E162A98-57AE-CF3E-7EF1-B5FF0B0133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40469"/>
            <a:stretch>
              <a:fillRect/>
            </a:stretch>
          </p:blipFill>
          <p:spPr>
            <a:xfrm>
              <a:off x="4612608" y="4042063"/>
              <a:ext cx="862191" cy="215612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1069820E-C1BF-BEE4-5B42-9A16A0B48F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8326" y="1078269"/>
            <a:ext cx="3993674" cy="187842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FEFDFF4-40A3-D110-FF6A-9284E65CFD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499" y="5143500"/>
            <a:ext cx="4858631" cy="1634680"/>
          </a:xfrm>
          <a:prstGeom prst="rect">
            <a:avLst/>
          </a:prstGeom>
        </p:spPr>
      </p:pic>
      <p:pic>
        <p:nvPicPr>
          <p:cNvPr id="17" name="Picture 16" descr="Chart&#10;&#10;Description automatically generated">
            <a:extLst>
              <a:ext uri="{FF2B5EF4-FFF2-40B4-BE49-F238E27FC236}">
                <a16:creationId xmlns:a16="http://schemas.microsoft.com/office/drawing/2014/main" id="{8C262DE7-1C51-176F-31D6-BCBAA37B2D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54834" y="4600356"/>
            <a:ext cx="4858632" cy="23587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 descr="Graphical user interface, application, table, Excel&#10;&#10;Description automatically generated">
            <a:extLst>
              <a:ext uri="{FF2B5EF4-FFF2-40B4-BE49-F238E27FC236}">
                <a16:creationId xmlns:a16="http://schemas.microsoft.com/office/drawing/2014/main" id="{1585173E-67FC-2EED-7B16-C31490DDDF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35312" y="6590982"/>
            <a:ext cx="5514340" cy="25914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00407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D4D4E-7FD8-7CFB-7D09-DBB7A8055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CA2BCB-9259-B8D8-A5F6-73B1E5639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900" y="1135458"/>
            <a:ext cx="7829908" cy="4820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710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Harry Mills</dc:creator>
  <cp:lastModifiedBy>Harry Mills</cp:lastModifiedBy>
  <cp:revision>1</cp:revision>
  <dcterms:created xsi:type="dcterms:W3CDTF">2025-07-02T14:00:42Z</dcterms:created>
  <dcterms:modified xsi:type="dcterms:W3CDTF">2025-07-02T14:07:29Z</dcterms:modified>
</cp:coreProperties>
</file>